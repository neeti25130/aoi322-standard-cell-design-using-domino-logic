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jpg" ContentType="image/jpeg"/>
  <Default Extension="rels" ContentType="application/vnd.openxmlformats-package.relationships+xml"/>
  <Override PartName="/ppt/notesMasters/notesMaster1.xml" ContentType="application/vnd.openxmlformats-officedocument.presentationml.notesMaster+xml"/>
  <Override PartName="/ppt/notesMasters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ustomXml/item.xml" ContentType="application/inkml+xml"/>
  <Override PartName="/ppt/customXml/item2.xml" ContentType="application/inkml+xml"/>
  <Override PartName="/ppt/customXml/item3.xml" ContentType="application/inkml+xml"/>
  <Override PartName="/ppt/customXml/item4.xml" ContentType="application/inkml+xml"/>
  <Override PartName="/ppt/slides/slide11.xml" ContentType="application/vnd.openxmlformats-officedocument.presentationml.slide+xml"/>
  <Override PartName="/ppt/customXml/item5.xml" ContentType="application/inkml+xml"/>
  <Override PartName="/ppt/customXml/item6.xml" ContentType="application/inkml+xml"/>
  <Override PartName="/ppt/customXml/item7.xml" ContentType="application/inkml+xml"/>
  <Override PartName="/ppt/customXml/item8.xml" ContentType="application/inkml+xml"/>
  <Override PartName="/ppt/customXml/item9.xml" ContentType="application/inkml+xml"/>
  <Override PartName="/ppt/customXml/item10.xml" ContentType="application/inkml+xml"/>
  <Override PartName="/ppt/customXml/item11.xml" ContentType="application/inkml+xml"/>
  <Override PartName="/ppt/customXml/item12.xml" ContentType="application/inkml+xml"/>
  <Override PartName="/ppt/customXml/item13.xml" ContentType="application/inkml+xml"/>
  <Override PartName="/ppt/customXml/item14.xml" ContentType="application/inkml+xml"/>
  <Override PartName="/ppt/customXml/item15.xml" ContentType="application/inkml+xml"/>
  <Override PartName="/ppt/customXml/item16.xml" ContentType="application/inkml+xml"/>
  <Override PartName="/ppt/customXml/item17.xml" ContentType="application/inkml+xml"/>
  <Override PartName="/ppt/customXml/item18.xml" ContentType="application/inkml+xml"/>
  <Override PartName="/ppt/customXml/item19.xml" ContentType="application/inkml+xml"/>
  <Override PartName="/ppt/customXml/item20.xml" ContentType="application/inkml+xml"/>
  <Override PartName="/ppt/customXml/item21.xml" ContentType="application/inkml+xml"/>
  <Override PartName="/ppt/customXml/item22.xml" ContentType="application/inkml+xml"/>
  <Override PartName="/ppt/customXml/item23.xml" ContentType="application/inkml+xml"/>
  <Override PartName="/ppt/customXml/item24.xml" ContentType="application/inkml+xml"/>
  <Override PartName="/ppt/customXml/item25.xml" ContentType="application/inkml+xml"/>
  <Override PartName="/ppt/customXml/item26.xml" ContentType="application/inkml+xml"/>
  <Override PartName="/ppt/customXml/item27.xml" ContentType="application/inkml+xml"/>
  <Override PartName="/ppt/customXml/item28.xml" ContentType="application/inkml+xml"/>
  <Override PartName="/ppt/customXml/item29.xml" ContentType="application/inkml+xml"/>
  <Override PartName="/ppt/customXml/item30.xml" ContentType="application/inkml+xml"/>
  <Override PartName="/ppt/customXml/item31.xml" ContentType="application/inkml+xml"/>
  <Override PartName="/ppt/customXml/item32.xml" ContentType="application/inkml+xml"/>
  <Override PartName="/ppt/customXml/item33.xml" ContentType="application/inkml+xml"/>
  <Override PartName="/ppt/customXml/item34.xml" ContentType="application/inkml+xml"/>
  <Override PartName="/ppt/customXml/item35.xml" ContentType="application/inkml+xml"/>
  <Override PartName="/ppt/customXml/item36.xml" ContentType="application/inkml+xml"/>
  <Override PartName="/ppt/customXml/item37.xml" ContentType="application/inkml+xml"/>
  <Override PartName="/ppt/customXml/item38.xml" ContentType="application/inkml+xml"/>
  <Override PartName="/ppt/customXml/item39.xml" ContentType="application/inkml+xml"/>
  <Override PartName="/ppt/customXml/item40.xml" ContentType="application/inkml+xml"/>
  <Override PartName="/ppt/customXml/item41.xml" ContentType="application/inkml+xml"/>
  <Override PartName="/ppt/customXml/item42.xml" ContentType="application/inkml+xml"/>
  <Override PartName="/ppt/customXml/item43.xml" ContentType="application/inkml+xml"/>
  <Override PartName="/ppt/customXml/item44.xml" ContentType="application/inkml+xml"/>
  <Override PartName="/ppt/customXml/item45.xml" ContentType="application/inkml+xml"/>
  <Override PartName="/ppt/customXml/item46.xml" ContentType="application/inkml+xml"/>
  <Override PartName="/ppt/slides/slide12.xml" ContentType="application/vnd.openxmlformats-officedocument.presentationml.slide+xml"/>
  <Override PartName="/ppt/customXml/item47.xml" ContentType="application/inkml+xml"/>
  <Override PartName="/ppt/slides/slide13.xml" ContentType="application/vnd.openxmlformats-officedocument.presentationml.slide+xml"/>
  <Override PartName="/ppt/customXml/item48.xml" ContentType="application/inkml+xml"/>
  <Override PartName="/ppt/slides/slide14.xml" ContentType="application/vnd.openxmlformats-officedocument.presentationml.slide+xml"/>
  <Override PartName="/ppt/customXml/item49.xml" ContentType="application/inkml+xml"/>
  <Override PartName="/ppt/slides/slide15.xml" ContentType="application/vnd.openxmlformats-officedocument.presentationml.slide+xml"/>
  <Override PartName="/ppt/customXml/item50.xml" ContentType="application/inkml+xml"/>
  <Override PartName="/ppt/slides/slide16.xml" ContentType="application/vnd.openxmlformats-officedocument.presentationml.slide+xml"/>
  <Override PartName="/ppt/customXml/item51.xml" ContentType="application/inkml+xml"/>
  <Override PartName="/ppt/slides/slide17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79982b217cd4dd7" /><Relationship Type="http://schemas.openxmlformats.org/package/2006/relationships/metadata/core-properties" Target="/docProps/core.xml" Id="Rf8c7503bf2724206" /><Relationship Type="http://schemas.openxmlformats.org/officeDocument/2006/relationships/extended-properties" Target="/docProps/app.xml" Id="R6401dd2567f1479e" /><Relationship Type="http://schemas.openxmlformats.org/officeDocument/2006/relationships/custom-properties" Target="/docProps/custom.xml" Id="Rcdd791f2cae74fdf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sldMasterIdLst>
    <p:sldMasterId id="2147483648" r:id="R41bb11401b0f4c4a"/>
    <p:sldMasterId id="2147483654" r:id="R75ae27fb17a74e76"/>
  </p:sldMasterIdLst>
  <p:notesMasterIdLst>
    <p:notesMasterId r:id="R5df4a106f75a4fc9"/>
  </p:notesMasterIdLst>
  <p:sldIdLst>
    <p:sldId id="256" r:id="R852c434b087e41ec"/>
    <p:sldId id="257" r:id="R02735dc318184dc7"/>
    <p:sldId id="258" r:id="R3a0296c766df4e91"/>
    <p:sldId id="259" r:id="Rbfbfcde1843c4dc7"/>
    <p:sldId id="260" r:id="R414e93d142a54d5c"/>
    <p:sldId id="261" r:id="Rb05cd61bd0c848bf"/>
    <p:sldId id="262" r:id="R4d81e5660c32450d"/>
    <p:sldId id="263" r:id="R77aa89841fbb47e6"/>
    <p:sldId id="264" r:id="R6cff4e0e91f94216"/>
    <p:sldId id="265" r:id="Re87216f115014ac3"/>
    <p:sldId id="266" r:id="Rf0c5fffbc20941c2"/>
    <p:sldId id="267" r:id="R7506a2c14e3b4e39"/>
    <p:sldId id="268" r:id="R3344d772323249e9"/>
    <p:sldId id="269" r:id="R204d2c41a1db499a"/>
    <p:sldId id="270" r:id="Re6f1b29a505e4e6c"/>
    <p:sldId id="271" r:id="R305b5c7b91494130"/>
    <p:sldId id="272" r:id="R605caeb144a6499a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df4a106f75a4fc9" /><Relationship Type="http://schemas.openxmlformats.org/officeDocument/2006/relationships/presProps" Target="/ppt/presProps.xml" Id="Rf7c6b1debd154a2e" /><Relationship Type="http://schemas.openxmlformats.org/officeDocument/2006/relationships/viewProps" Target="/ppt/viewProps.xml" Id="R328c96478cdc4da4" /><Relationship Type="http://schemas.openxmlformats.org/officeDocument/2006/relationships/slideMaster" Target="/ppt/slideMasters/slideMaster1.xml" Id="R41bb11401b0f4c4a" /><Relationship Type="http://schemas.openxmlformats.org/officeDocument/2006/relationships/theme" Target="/ppt/slideMasters/theme/theme2.xml" Id="R7e733bea05d248bb" /><Relationship Type="http://schemas.openxmlformats.org/officeDocument/2006/relationships/slide" Target="/ppt/slides/slide1.xml" Id="R852c434b087e41ec" /><Relationship Type="http://schemas.openxmlformats.org/officeDocument/2006/relationships/slide" Target="/ppt/slides/slide2.xml" Id="R02735dc318184dc7" /><Relationship Type="http://schemas.openxmlformats.org/officeDocument/2006/relationships/slide" Target="/ppt/slides/slide3.xml" Id="R3a0296c766df4e91" /><Relationship Type="http://schemas.openxmlformats.org/officeDocument/2006/relationships/slide" Target="/ppt/slides/slide4.xml" Id="Rbfbfcde1843c4dc7" /><Relationship Type="http://schemas.openxmlformats.org/officeDocument/2006/relationships/tableStyles" Target="/ppt/tableStyles.xml" Id="Rc9fed8835d244622" /><Relationship Type="http://schemas.openxmlformats.org/officeDocument/2006/relationships/slide" Target="/ppt/slides/slide5.xml" Id="R414e93d142a54d5c" /><Relationship Type="http://schemas.openxmlformats.org/officeDocument/2006/relationships/slide" Target="/ppt/slides/slide6.xml" Id="Rb05cd61bd0c848bf" /><Relationship Type="http://schemas.openxmlformats.org/officeDocument/2006/relationships/slideMaster" Target="/ppt/slideMasters/slideMaster2.xml" Id="R75ae27fb17a74e76" /><Relationship Type="http://schemas.openxmlformats.org/officeDocument/2006/relationships/slide" Target="/ppt/slides/slide7.xml" Id="R4d81e5660c32450d" /><Relationship Type="http://schemas.openxmlformats.org/officeDocument/2006/relationships/slide" Target="/ppt/slides/slide8.xml" Id="R77aa89841fbb47e6" /><Relationship Type="http://schemas.openxmlformats.org/officeDocument/2006/relationships/slide" Target="/ppt/slides/slide9.xml" Id="R6cff4e0e91f94216" /><Relationship Type="http://schemas.openxmlformats.org/officeDocument/2006/relationships/slide" Target="/ppt/slides/slide10.xml" Id="Re87216f115014ac3" /><Relationship Type="http://schemas.openxmlformats.org/officeDocument/2006/relationships/slide" Target="/ppt/slides/slide11.xml" Id="Rf0c5fffbc20941c2" /><Relationship Type="http://schemas.openxmlformats.org/officeDocument/2006/relationships/slide" Target="/ppt/slides/slide12.xml" Id="R7506a2c14e3b4e39" /><Relationship Type="http://schemas.openxmlformats.org/officeDocument/2006/relationships/slide" Target="/ppt/slides/slide13.xml" Id="R3344d772323249e9" /><Relationship Type="http://schemas.openxmlformats.org/officeDocument/2006/relationships/slide" Target="/ppt/slides/slide14.xml" Id="R204d2c41a1db499a" /><Relationship Type="http://schemas.openxmlformats.org/officeDocument/2006/relationships/slide" Target="/ppt/slides/slide15.xml" Id="Re6f1b29a505e4e6c" /><Relationship Type="http://schemas.openxmlformats.org/officeDocument/2006/relationships/slide" Target="/ppt/slides/slide16.xml" Id="R305b5c7b91494130" /><Relationship Type="http://schemas.openxmlformats.org/officeDocument/2006/relationships/slide" Target="/ppt/slides/slide17.xml" Id="R605caeb144a6499a" /></Relationships>
</file>

<file path=ppt/customXml/item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25:41.53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24558,'5359'971'0,"-5731"-1298"0,744 654 0,-801-145 0</inkml:trace>
</inkml:ink>
</file>

<file path=ppt/customXml/item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25:59.85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8303 168 24575,'-63'3'0,"0"4"0,-107 23 0,113-18 0,2-5 0,1-2 0,0-2 0,-68-6 0,15 0 0,-617 3 0,705 2 0,0 0 0,-1 1 0,1 1 0,-19 6 0,15-3 0,0-2 0,-27 3 0,-36-6 0,60-2 0,0 0 0,1 2 0,-41 8 0,40-6 0,-46 4 0,-7 1 0,65-7 0,0 1 0,0 1 0,1 0 0,-1 1 0,-18 9 0,13-6 0,0-2 0,0 0 0,0-1 0,-1-1 0,0-1 0,1 0 0,-32-1 0,7 0 0,-60 17 0,65-13 0,2 1 0,-72 2 0,93-9 0,0 2 0,-27 6 0,-26 2 0,-1-10 0,41-1 0,0 1 0,0 2 0,-50 9 0,59-8 0,1 0 0,-1-2 0,-29 0 0,33-2 0,1 1 0,-1 1 0,0 0 0,0 1 0,1 1 0,-23 7 0,17-3 0,0-1 0,0-1 0,0-1 0,-1-1 0,-22 1 0,-112-5 0,61-1 0,-309 2 0,401 0 0,0 0 0,0 0 0,1 0 0,-1 0 0,0-1 0,1 1 0,-1-1 0,0 1 0,1-1 0,-1 0 0,0 0 0,1 0 0,0-1 0,-1 1 0,1 0 0,0-1 0,-1 0 0,1 1 0,0-1 0,0 0 0,0 0 0,1 0 0,-1 0 0,0-1 0,1 1 0,-1 0 0,1-1 0,-2-3 0,-1 0 0,0-1 0,0 2 0,-1-1 0,0 0 0,0 1 0,-1 0 0,1 0 0,-1 1 0,0-1 0,0 1 0,-1 1 0,1-1 0,-1 1 0,0 0 0,0 1 0,0-1 0,0 1 0,-12-1 0,-11-1 0,0 2 0,1 1 0,-42 4 0,8-1 0,33-4 0,19-2 0,11 3 0,0 1 0,0 0 0,0 0 0,0-1 0,0 1 0,0 0 0,0-1 0,0 1 0,0 0 0,0 0 0,0-1 0,1 1 0,-1 0 0,0 0 0,0-1 0,0 1 0,0 0 0,1 0 0,-1-1 0,0 1 0,0 0 0,1 0 0,-1 0 0,0 0 0,0-1 0,1 1 0,-1 0 0,0 0 0,0 0 0,1 0 0,-1 0 0,0 0 0,1 0 0,-1 0 0,0 0 0,0 0 0,1 0 0,14-4 0,-1 1 0,1 0 0,0 1 0,0 1 0,0 1 0,0 0 0,19 2 0,8 0 0,537-2 0,-563-1 0,-1 0 0,28-7 0,-26 4 0,0 1 0,19-1 0,43-6 0,-58 6 0,44-2 0,-46 4 0,0 0 0,28-7 0,-8 2 0,65-14 0,-61 13 0,42-14 0,-56 13 0,1 2 0,0 0 0,61-4 0,-62 10 0,34-7 0,-35 3 0,39 0 0,206 5 0,-416-1 0,-159 3 0,203 7 0,-68 3 0,94-14 0,-99 3 0,116 9 0,41-6 0,0-1 0,-23 1 0,18-2 0,0 0 0,-22 7 0,0-1 0,-1 1 0,26-5 0,0-1 0,-29 2 0,32-4 0,0 1 0,0 0 0,1 1 0,-26 10 0,25-9 0,1 1 0,-1-2 0,0 0 0,-27 3 0,20-5 0,1 2 0,0 0 0,-30 10 0,30-7 0,0-2 0,0 0 0,-33 2 0,29-4 0,-42 9 0,12-2 0,11 0 0,35-6 0,0-1 0,0 0 0,0-1 0,1 0 0,-1 0 0,0 0 0,-10-2 0,17-1 0,8-2 0,12-1 0,31-3 0,-21 4 0,1-1 0,-2-1 0,46-16 0,-45 11 0,-1 2 0,1 1 0,1 2 0,-1 0 0,1 2 0,0 1 0,38 2 0,-50 0 0,-1-1 0,34-7 0,-12 1 0,-38 8 0,1 0 0,-1 0 0,1 0 0,-1-1 0,1 1 0,-1-1 0,0 1 0,1-1 0,-1 1 0,0-1 0,1 0 0,-1 1 0,0-1 0,0 0 0,2-2 0,-2 2 0,-1 1 0,0-1 0,0 1 0,0-1 0,0 1 0,0-1 0,0 1 0,0-1 0,0 1 0,0-1 0,0 1 0,0-1 0,0 1 0,0-1 0,0 1 0,0-1 0,0 1 0,-1-1 0,1 1 0,0-1 0,0 1 0,-1-1 0,1 1 0,0-1 0,-1 1 0,1-1 0,0 1 0,-1-1 0,-3-2 0,0 0 0,0 0 0,0 0 0,0 0 0,-1 1 0,1-1 0,-8-2 0,-220-74 0,162 61 0,53 14 0,1 1 0,0-2 0,-21-8 0,-4-6 0,0 1 0,-2 3 0,0 1 0,-50-9 0,9 15 0,-165 7 0,113 3 0,-1776-2 0,1879 2 0,0 2 0,-1 1 0,-54 15 0,54-10 0,-2-3 0,-69 7 0,-366-12 0,225-4 0,198 1 0,15 0 0,1 1 0,-1 2 0,-58 10 0,38-4-1365</inkml:trace>
</inkml:ink>
</file>

<file path=ppt/customXml/item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26:38.8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customXml/item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27:07.33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</inkml:trace>
</inkml:ink>
</file>

<file path=ppt/customXml/item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53:05.69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1808 136 24561,'-1'5'0,"-1"1"0,-2-1 0,0 0 0,-3 1 0,0-1 0,-2 0 0,-2 0 0,0 0 0,-2 0 0,-1 0 0,-2 0 0,-1-1 0,0 1 0,-3 0 0,0-1 0,-1 0 0,-2 0 0,0 0 0,-2 0 0,-1 0 0,0-1 0,-1 1 0,-2-1 0,0 0 0,-1 0 0,0 0 0,-2-1 0,0 0 0,0 0 0,-1 0 0,-1 0 0,0 0 0,0-1 0,-1 0 0,0 0 0,0 0 0,0-1 0,0 1 0,-1-1 0,1 0 0,-1-1 0,1 1 0,0-1 0,0 0 0,0 0 0,1 0 0,0-1 0,0 0 0,1 0 0,1 0 0,0 0 0,1 0 0,0-1 0,1 0 0,1 0 0,1 0 0,0-1 0,2 1 0,0-1 0,2 0 0,0 0 0,1 0 0,2 0 0,1 0 0,1-1 0,1 0 0,1 1 0,1-1 0,2 0 0,1 0 0,2 0 0,0 0 0,2 0 0,2 0 0,1-1 0,1 1 0,1 0 0,2-1 0,1 1 0,2 0 0,1 0 0,2-1 0,1 1 0,1 0 0,1-1 0,2 1 0,2 0 0,0 0 0,2 0 0,1 0 0,2 1 0,1-1 0,1 0 0,1 1 0,1-1 0,1 1 0,2 0 0,1 0 0,0 0 0,2 1 0,0-1 0,2 1 0,0-1 0,1 1 0,1 0 0,1 1 0,0-1 0,1 1 0,0 0 0,1 0 0,1 0 0,0 1 0,0-1 0,1 1 0,0 0 0,0 0 0,0 1 0,1 0 0,-1-1 0,1 2 0,-1-1 0,0 0 0,0 1 0,0 0 0,0 0 0,-1 1 0,0-1 0,0 1 0,-1 0 0,-1 0 0,0 0 0,0 1 0,-2-1 0,0 1 0,-1 0 0,0 1 0,-2-1 0,-1 1 0,0-1 0,-1 1 0,-2 0 0,0 0 0,-2 0 0,-1 1 0,0-1 0,-3 1 0,0 0 0,-1-1 0,-2 1 0,-1 0 0,-2 0 0,0 0 0,-2 0 0,-2 1 0,0-1 0,-3 0 0,0 1 0,-2-1 0,-1 0 0</inkml:trace>
</inkml:ink>
</file>

<file path=ppt/customXml/item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53:14.23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customXml/item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53:19.49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customXml/item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53:31.92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customXml/item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54:51.3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24575,'0'0'-8191</inkml:trace>
</inkml:ink>
</file>

<file path=ppt/customXml/item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55:11.7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1054 1 24562,'206'86'0,"-399"28"0,386-228 0,-1452 200 0</inkml:trace>
</inkml:ink>
</file>

<file path=ppt/customXml/item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53:23.10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customXml/item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53:25.90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customXml/item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53:28.54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customXml/item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53:39.60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customXml/item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53:41.39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customXml/item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53:43.94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customXml/item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56:10.0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24575,'0'0'-8191</inkml:trace>
</inkml:ink>
</file>

<file path=ppt/customXml/item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55:19.2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24575,'0'0'-8191</inkml:trace>
</inkml:ink>
</file>

<file path=ppt/customXml/item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55:21.0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24575,'0'0'-8191</inkml:trace>
</inkml:ink>
</file>

<file path=ppt/customXml/item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55:22.3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24575,'0'0'-8191</inkml:trace>
</inkml:ink>
</file>

<file path=ppt/customXml/item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55:23.7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</inkml:trace>
</inkml:ink>
</file>

<file path=ppt/customXml/item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55:25.0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24575,'0'0'-8191</inkml:trace>
</inkml:ink>
</file>

<file path=ppt/customXml/item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55:26.2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</inkml:trace>
</inkml:ink>
</file>

<file path=ppt/customXml/item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55:28.4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</inkml:trace>
</inkml:ink>
</file>

<file path=ppt/customXml/item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55:29.9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</inkml:trace>
</inkml:ink>
</file>

<file path=ppt/customXml/item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55:31.1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24575,'0'0'-8191</inkml:trace>
</inkml:ink>
</file>

<file path=ppt/customXml/item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55:32.7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24575,'0'0'-8191</inkml:trace>
</inkml:ink>
</file>

<file path=ppt/customXml/item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55:33.9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24575,'0'0'-8191</inkml:trace>
</inkml:ink>
</file>

<file path=ppt/customXml/item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55:36.3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24575,'0'0'-8191</inkml:trace>
</inkml:ink>
</file>

<file path=ppt/customXml/item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55:38.8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24575,'0'0'-8191</inkml:trace>
</inkml:ink>
</file>

<file path=ppt/customXml/item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55:42.4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24575,'0'0'-8191</inkml:trace>
</inkml:ink>
</file>

<file path=ppt/customXml/item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55:44.4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24575,'0'0'-8191</inkml:trace>
</inkml:ink>
</file>

<file path=ppt/customXml/item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55:49.6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24575,'0'0'-8191</inkml:trace>
</inkml:ink>
</file>

<file path=ppt/customXml/item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55:51.4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24575,'0'0'-8191</inkml:trace>
</inkml:ink>
</file>

<file path=ppt/customXml/item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55:53.1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24575,'0'0'-8191</inkml:trace>
</inkml:ink>
</file>

<file path=ppt/customXml/item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55:54.9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</inkml:trace>
</inkml:ink>
</file>

<file path=ppt/customXml/item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55:56.4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24575,'0'0'-8191</inkml:trace>
</inkml:ink>
</file>

<file path=ppt/customXml/item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55:57.8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24575,'0'0'-8191</inkml:trace>
</inkml:ink>
</file>

<file path=ppt/customXml/item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55:59.1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24575,'0'0'-8191</inkml:trace>
</inkml:ink>
</file>

<file path=ppt/customXml/item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56:00.9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</inkml:trace>
</inkml:ink>
</file>

<file path=ppt/customXml/item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56:03.6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</inkml:trace>
</inkml:ink>
</file>

<file path=ppt/customXml/item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56:13.6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24575,'0'0'-8191</inkml:trace>
</inkml:ink>
</file>

<file path=ppt/customXml/item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56:15.5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24575,'0'0'-8191</inkml:trace>
</inkml:ink>
</file>

<file path=ppt/customXml/item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56:17.4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24575,'0'0'-8191</inkml:trace>
</inkml:ink>
</file>

<file path=ppt/customXml/item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56:18.7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24575,'0'0'-8191</inkml:trace>
</inkml:ink>
</file>

<file path=ppt/customXml/item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1:56:21.9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24575,'0'0'-8191</inkml:trace>
</inkml:ink>
</file>

<file path=ppt/customXml/item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14:45:22.62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1 332 24575,'15'-4'0,"0"-1"0,0 0 0,0-1 0,27-15 0,-12 5 0,49-24 0,312-140 0,-342 164 0,-45 15 0,0 1 0,-1-1 0,1 0 0,-1 1 0,1 0 0,0 0 0,-1 0 0,1 0 0,0 1 0,-1-1 0,6 3 0,-9-3 0,0 0 0,0 1 0,1-1 0,-1 0 0,0 1 0,0-1 0,0 1 0,0-1 0,0 0 0,0 1 0,0-1 0,0 1 0,0-1 0,0 0 0,0 1 0,0-1 0,0 1 0,0-1 0,0 0 0,0 1 0,0-1 0,0 1 0,-1-1 0,1 0 0,0 1 0,0-1 0,0 0 0,-1 1 0,1-1 0,0 0 0,-1 1 0,1-1 0,0 0 0,0 0 0,-1 1 0,1-1 0,-1 0 0,-12 13 0,-5 2 0,0-2 0,-1 0 0,-1-1 0,0-1 0,0-1 0,-1-1 0,-1-1 0,1 0 0,-1-2 0,-1 0 0,1-2 0,-1 0 0,1-2 0,-42 0 0,45-2 0,-1 0 0,0-1 0,-19-3 0,32 2 0,1 1 0,0-1 0,0 0 0,-1 0 0,1-1 0,0 1 0,1-1 0,-1-1 0,1 1 0,-7-6 0,3 2 0,0-1 0,-1 1 0,0 1 0,0 0 0,-1 0 0,-20-7 0,30 13 0,0 0 0,0 0 0,0 0 0,0 0 0,0 0 0,0 1 0,0-1 0,0 0 0,0 0 0,0 1 0,0-1 0,0 1 0,0-1 0,1 1 0,-1-1 0,0 1 0,0 0 0,0-1 0,1 1 0,-1 0 0,0-1 0,1 1 0,-1 0 0,0 0 0,1 0 0,-1 0 0,1 0 0,-1 0 0,1 0 0,0 0 0,-1 0 0,1 0 0,0 0 0,0 0 0,0 0 0,0 2 0,-4 39 0,15 48 0,-6-62 0,2 44 0,-8-17 0,2 33 0,-1-86 0,0-1 0,0 1 0,0 0 0,0-1 0,1 1 0,-1 0 0,1-1 0,-1 1 0,1-1 0,-1 1 0,1-1 0,0 1 0,0-1 0,0 1 0,0-1 0,0 0 0,0 1 0,0-1 0,0 0 0,1 0 0,-1 0 0,0 0 0,1 0 0,1 1 0,0-1 0,0-1 0,-1 1 0,1-1 0,0 1 0,0-1 0,0 0 0,0 0 0,-1 0 0,1-1 0,0 1 0,0-1 0,-1 1 0,5-3 0,2 0 0,0-1 0,0 0 0,0-1 0,0 0 0,-1 0 0,1-1 0,9-9 0,9-11 0,2 1 0,0 1 0,1 2 0,62-34 0,-1 13 0,-74 35 0,0 1 0,24-6 0,-24 8 0,-1-1 0,0 0 0,18-9 0,-25 10 0,1 1 0,0 0 0,1 1 0,-1 0 0,0 1 0,1 0 0,0 1 0,17-1 0,10 2 0,40 6 0,-77-7 0,0 1 0,0 0 0,0 0 0,0 0 0,-1 0 0,1 0 0,0 0 0,0 0 0,0 1 0,0-1 0,0 0 0,0 0 0,0 1 0,0-1 0,0 1 0,-1-1 0,1 0 0,0 1 0,0 0 0,0-1 0,-1 1 0,1-1 0,0 1 0,-1 0 0,1 0 0,0-1 0,-1 1 0,1 0 0,-1 0 0,0 0 0,1-1 0,0 3 0,-2-2 0,0 0 0,1 1 0,-1-1 0,0 0 0,1 0 0,-1 1 0,0-1 0,0 0 0,0 0 0,0 0 0,0 0 0,0 0 0,0 0 0,-1-1 0,1 1 0,0 0 0,0-1 0,-1 1 0,1 0 0,-3 0 0,-10 4 0,-11 5 0,0 0 0,1 1 0,0 2 0,0 0 0,-34 27 0,-33 28 0,49-45 0,34-20 0,-1 1 0,1 1 0,1 0 0,-9 5 0,-8 7 0,24-16 0,-1 0 0,1-1 0,-1 0 0,1 1 0,-1-1 0,1 1 0,-1-1 0,0 0 0,1 1 0,-1-1 0,1 0 0,-1 1 0,0-1 0,0 0 0,1 0 0,-1 0 0,0 0 0,1 0 0,-1 0 0,0 0 0,1 0 0,-1 0 0,0 0 0,0 0 0,1 0 0,-1 0 0,0-1 0,1 1 0,-1 0 0,1-1 0,-1 1 0,0 0 0,1-1 0,-2 0 0,2 0 0,0 1 0,0-1 0,0 0 0,1 1 0,-1-1 0,0 0 0,0 1 0,0-1 0,1 1 0,-1-1 0,0 0 0,1 1 0,-1-1 0,0 1 0,1-1 0,-1 1 0,1-1 0,-1 1 0,1-1 0,-1 1 0,1 0 0,-1-1 0,1 1 0,0-1 0,-1 1 0,1 0 0,-1 0 0,2-1 0,24-10 0,-22 10 0,18-8 0,-7 2 0,-1 1 0,1 1 0,1 1 0,-1 0 0,19-2 0,-7 3 0,-1 0 0,0-2 0,0-1 0,-1-1 0,31-12 0,-38 11 0,1 0 0,1 2 0,-1 0 0,1 2 0,0 0 0,0 1 0,41 0 0,-14 3 0,-36 1 0,-34-1 0,-15 2 0,1 1 0,-1 2 0,-62 16 0,45-15 0,45-6 0,1 1 0,0 0 0,0 0 0,0 1 0,-12 3 0,19-4 0,1 0 0,-1-1 0,1 1 0,-1 0 0,1 1 0,-1-1 0,1 0 0,0 0 0,-1 1 0,1-1 0,0 0 0,0 1 0,0 0 0,0-1 0,0 1 0,1-1 0,-1 1 0,0 0 0,1 0 0,-1 2 0,-4 43 0,5-40 0,0-1 0,-1 0 0,1 1 0,-1-1 0,0 0 0,-3 8 0,-2-3 0,0 0 0,-1-1 0,0 0 0,-10 10 0,7-9 0,1 1 0,-10 17 0,8-11 0,-1-1 0,-27 29 0,-9 14 0,33-41 0,2 0 0,19-17 0,13-6 0,52-19 0,-47 13 0,0 2 0,43-8 0,-46 12 0,0-1 0,38-16 0,-44 15 0,1 0 0,-1 1 0,1 1 0,1 0 0,-1 1 0,17 0 0,-18 3 0,1 2 0,-1-1 0,16 6 0,36 2 0,-66-9 0,1 0 0,-1 0 0,0 0 0,0 0 0,1 0 0,-1 0 0,0 0 0,1 0 0,-1-1 0,0 1 0,0-1 0,1 1 0,-1-1 0,0 1 0,0-1 0,0 0 0,0 0 0,0 1 0,0-1 0,0 0 0,0 0 0,0 0 0,0 0 0,0 0 0,-1 0 0,1 0 0,0-2 0,0 0 0,0 0 0,0 0 0,-1 0 0,1 0 0,-1-1 0,0 1 0,0 0 0,0 0 0,0-1 0,-2-5 0,-2-7 0,0-1 0,-2 1 0,-8-18 0,6 16 0,0 0 0,1 0 0,1-1 0,0 0 0,2 0 0,0 0 0,-2-39 0,7 52 0,-2 0 0,1 0 0,0 0 0,-1 0 0,0 0 0,-1 1 0,1-1 0,-1 0 0,-1 0 0,1 1 0,-1-1 0,1 1 0,-1 0 0,-1 0 0,1 0 0,-9-8 0,7 6 0,0 0 0,1-1 0,-1 1 0,2-1 0,-1 0 0,1 0 0,0 0 0,1 0 0,-1-1 0,2 1 0,-2-15 0,-12-40 0,14 60 0,-1 1 0,1-1 0,-1 1 0,0-1 0,0 1 0,0-1 0,-1 1 0,1 0 0,0 0 0,-1 0 0,0 0 0,1 1 0,-1-1 0,0 1 0,0-1 0,0 1 0,0 0 0,0 0 0,0 1 0,0-1 0,0 0 0,0 1 0,0 0 0,0 0 0,-7 0 0,5 0 0,0 0 0,0 0 0,0 1 0,0 0 0,0 0 0,0 0 0,1 0 0,-1 1 0,0 0 0,1 0 0,-1 0 0,1 0 0,-1 1 0,1 0 0,-7 6 0,-11 18 0,-22 38 0,25-36 0,-29 34 0,37-49 0,-19 32 0,22-33 0,-1 0 0,0-1 0,-17 20 0,-53 43 0,64-64 0,-1-1 0,0-1 0,0 0 0,-1-2 0,1 1 0,-33 7 0,-9-1 0,55-13 0,0-1 0,1 1 0,-1-1 0,0 0 0,0 0 0,0 0 0,0 0 0,0-1 0,1 1 0,-1-1 0,0 0 0,0 0 0,1 0 0,-1 0 0,0 0 0,1 0 0,-5-4 0,6 4 0,1 0 0,-1 0 0,0 0 0,1 0 0,-1 0 0,1 0 0,-1 0 0,1-1 0,0 1 0,0 0 0,-1 0 0,1 0 0,0-1 0,0 1 0,0 0 0,0 0 0,0 0 0,0-1 0,1 1 0,-1 0 0,1-2 0,12-30 0,-6 17 0,43-122 0,-46 128 0,0 1 0,1 0 0,0 1 0,0-1 0,1 1 0,0 0 0,9-10 0,14-20 0,-23 31 0,1-1 0,-1 1 0,1 1 0,0-1 0,11-6 0,-11 7 0,1 0 0,-1 0 0,0 0 0,-1-1 0,0 0 0,6-8 0,-2 2 0,1 1 0,0 0 0,1 1 0,0 0 0,20-12 0,-16 11 0,-12 9 0,1 0 0,-1 0 0,1 1 0,0-1 0,8-2 0,-12 5 0,1-1 0,0 1 0,-1-1 0,1 1 0,-1-1 0,1 1 0,-1 0 0,1 0 0,0 0 0,-1 0 0,1 0 0,-1 0 0,1 1 0,0-1 0,-1 0 0,1 1 0,-1-1 0,1 1 0,-1 0 0,1-1 0,-1 1 0,2 1 0,-2-1 0,-1-1 0,1 1 0,-1 0 0,0 0 0,1-1 0,-1 1 0,0 0 0,1 0 0,-1 0 0,0 0 0,0-1 0,0 1 0,0 0 0,0 0 0,0 0 0,0 0 0,0-1 0,0 1 0,0 0 0,0 0 0,-1 0 0,1 0 0,0-1 0,-1 1 0,1 0 0,0 0 0,-1-1 0,1 1 0,-1 0 0,1-1 0,-1 1 0,1 0 0,-1-1 0,0 1 0,1-1 0,-1 1 0,0-1 0,0 1 0,0 0 0,-33 21 0,30-21 0,-9 7 0,-3 2 0,0-2 0,-1 0 0,1 0 0,-2-1 0,1-2 0,-25 6 0,-75 18 0,91-20 0,-1-2 0,0-1 0,-1-1 0,-49 2 0,57-7-1365</inkml:trace>
</inkml:ink>
</file>

<file path=ppt/customXml/item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14:46:56.41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934 481 24575,'1'-6'0,"0"-1"0,1 1 0,0-1 0,0 1 0,0 0 0,1 0 0,0 0 0,5-8 0,5-12 0,33-89 0,47-102 0,-91 213 0,0 0 0,-1 0 0,0 0 0,0-1 0,0 1 0,0-1 0,0-6 0,-1 10 0,0 0 0,0 0 0,0 1 0,0-1 0,-1 0 0,1 0 0,0 0 0,0 1 0,0-1 0,-1 0 0,1 0 0,0 1 0,-1-1 0,1 0 0,0 1 0,-1-1 0,1 0 0,-1 1 0,-1-2 0,2 2 0,-1 0 0,0-1 0,0 1 0,0 0 0,0 0 0,0 0 0,0 0 0,1 0 0,-1 0 0,0 0 0,0 0 0,0 0 0,0 1 0,0-1 0,0 0 0,1 1 0,-1-1 0,0 0 0,0 1 0,0-1 0,1 1 0,-2 0 0,-6 6 0,0 0 0,1 0 0,0 1 0,0 0 0,1 1 0,0-1 0,1 1 0,-1 0 0,-5 14 0,-10 16 0,17-31 0,0 0 0,1 0 0,-1 0 0,2 0 0,-1 1 0,1 0 0,1-1 0,-1 1 0,1 0 0,1 14 0,-1 0 0,-1-16 0,1 0 0,-1 0 0,0 0 0,0 0 0,-7 12 0,-6 23 0,5 4 0,2 0 0,3 1 0,-1 58 0,6-94 0,1 1 0,0-1 0,0 0 0,1 0 0,1 1 0,0-1 0,0-1 0,9 19 0,31 97 0,-42-125 0,0 0 0,-1 0 0,1 0 0,0 1 0,-1-1 0,1 0 0,-1 0 0,1 0 0,-1 0 0,0 1 0,1-1 0,-1 0 0,0 0 0,0 1 0,0-1 0,0 0 0,0 0 0,0 1 0,0-1 0,-1 0 0,1 0 0,0 1 0,-1-1 0,1 0 0,-1 0 0,0 2 0,0-3 0,-1 1 0,1-1 0,-1 1 0,1-1 0,0 0 0,-1 0 0,1 1 0,-1-1 0,1 0 0,-1 0 0,1-1 0,0 1 0,-1 0 0,1 0 0,-1-1 0,1 1 0,0-1 0,-3 0 0,-4-3 0,-1 1 0,1-1 0,0-1 0,0 0 0,1 0 0,-13-10 0,10 1 0,-1-1 0,2 0 0,0 0 0,1-1 0,0 0 0,-7-24 0,4 12 0,-16-28 0,24 48 0,0 1 0,0 0 0,1-1 0,-1 1 0,2-1 0,-1 0 0,1 1 0,0-11 0,3-68 0,0 36 0,-2-19 0,0 64 0,0 21 0,0-6 0,2 59 0,0-39 0,-1-1 0,-2 0 0,-1 0 0,-1 0 0,-9 39 0,-9-12 0,15-43 0,1 1 0,0 0 0,1 0 0,1 0 0,-4 29 0,7-26 0,1-14 0,-1 1 0,0 0 0,0-1 0,0 1 0,0-1 0,0 1 0,-1 0 0,0-1 0,0 1 0,0-1 0,0 1 0,-3 5 0,2-11 0,0-1 0,0 1 0,0 0 0,0-1 0,0 1 0,1-1 0,-1 0 0,1 0 0,0 1 0,-2-6 0,-45-151 0,38 116 0,3-1 0,1 1 0,-1-65 0,7 97 0,0 1 0,-1-1 0,-1 1 0,0-1 0,0 1 0,-1 0 0,0 0 0,-6-10 0,9 20 0,0-1 0,-1 1 0,1-1 0,-1 1 0,1-1 0,-1 1 0,1 0 0,-1-1 0,1 1 0,-1 0 0,1 0 0,-1-1 0,1 1 0,-1 0 0,1 0 0,-1 0 0,0 0 0,1 0 0,-1 0 0,1 0 0,-1 0 0,0 0 0,1 0 0,-1 0 0,1 0 0,-1 0 0,0 0 0,1 0 0,-1 1 0,1-1 0,-1 0 0,1 0 0,-1 1 0,1-1 0,-1 0 0,1 1 0,-1-1 0,1 1 0,-1-1 0,1 0 0,0 1 0,-1-1 0,1 1 0,0-1 0,-1 2 0,-25 29 0,19-22 0,2-2 0,1 1 0,0-1 0,0 1 0,1 0 0,0 1 0,0-1 0,1 0 0,0 1 0,0-1 0,1 1 0,0 12 0,-6 24 0,3-16 0,1 1 0,1 0 0,4 48 0,-2 43 0,0-120 0,0 0 0,0 1 0,0-1 0,0 0 0,0 0 0,-1 1 0,1-1 0,0 0 0,-1 0 0,1 1 0,0-1 0,-1 0 0,0 0 0,1 0 0,-1 0 0,0 0 0,0 2 0,0-3 0,0 0 0,1-1 0,-1 1 0,1 0 0,-1 0 0,1-1 0,-1 1 0,1 0 0,-1-1 0,1 1 0,-1 0 0,1-1 0,-1 1 0,1-1 0,0 1 0,-1-1 0,1 1 0,0-1 0,-1 1 0,1-1 0,0 1 0,0-1 0,0 0 0,-1 0 0,-15-48 0,11 18 0,1 0 0,1-32 0,3 40 0,-1 0 0,-1 0 0,-1 0 0,-1 0 0,-11-33 0,2 25 0,-2 0 0,-20-33 0,34 64 0,1 0 0,0-1 0,0 1 0,0 0 0,0-1 0,0 1 0,0 0 0,-1-1 0,1 1 0,0 0 0,0 0 0,0-1 0,0 1 0,-1 0 0,1 0 0,0 0 0,0-1 0,-1 1 0,1 0 0,0 0 0,-1 0 0,1 0 0,0 0 0,0-1 0,-1 1 0,1 0 0,0 0 0,-1 0 0,1 0 0,0 0 0,-1 0 0,1 0 0,-1 0 0,-3 11 0,1 26 0,3-29 0,-2 5 0,0-1 0,-1 1 0,-1-1 0,-5 14 0,5-15 0,0 1 0,0-1 0,1 1 0,-2 21 0,4 136 0,2-168 0,-1 1 0,0-1 0,0 0 0,0 0 0,0 1 0,0-1 0,-1 0 0,1 0 0,0 1 0,-1-1 0,1 0 0,-1 0 0,1 0 0,-1 0 0,1 0 0,-1 0 0,0 0 0,1 0 0,-1 0 0,0 0 0,0 0 0,0 0 0,0 0 0,0 0 0,0-1 0,0 1 0,0 0 0,-2 0 0,2-1 0,-1-1 0,1 1 0,0-1 0,0 1 0,0-1 0,0 1 0,-1-1 0,1 0 0,0 1 0,0-1 0,0 0 0,0 0 0,1 0 0,-1 0 0,0 0 0,0 0 0,1 0 0,-1 0 0,0 0 0,1-1 0,-1 1 0,1 0 0,-1 0 0,1 0 0,0-1 0,-1 1 0,1-2 0,-6-16 0,-18-35 0,18 43 0,1 0 0,0 0 0,0-1 0,1 1 0,1-1 0,0 0 0,1 0 0,-2-19 0,4 9 0,-1-1 0,-1 1 0,-6-25 0,4-3 0,4 42 0,-1-1 0,1 1 0,-1-1 0,-1 1 0,-3-14 0,5 21 0,-1 0 0,1 0 0,0 0 0,0 0 0,-1 0 0,1 0 0,-1 0 0,1 0 0,-1 0 0,1 0 0,-1 0 0,0 0 0,1 0 0,-1 0 0,0 1 0,0-1 0,0 0 0,1 0 0,-1 1 0,0-1 0,0 1 0,0-1 0,0 1 0,0-1 0,0 1 0,0-1 0,0 1 0,-1 0 0,1 0 0,0 0 0,0-1 0,0 1 0,0 0 0,0 0 0,0 1 0,0-1 0,-1 0 0,1 0 0,0 0 0,0 1 0,0-1 0,0 1 0,0-1 0,0 1 0,0-1 0,0 1 0,0-1 0,0 1 0,1 0 0,-1-1 0,-1 2 0,-1 1 0,-1 1 0,1-1 0,0 1 0,1-1 0,-1 1 0,0 0 0,1 0 0,0 0 0,0 0 0,0 0 0,-1 8 0,-1 19 0,1 1 0,2 0 0,4 49 0,-1-2 0,-2-6 0,0-43 0,0-24 0,0-9 0,-2-33 0,-7-43 0,4 42 0,-1-46 0,5 57 0,-1 1 0,-2 0 0,0 0 0,-9-27 0,3 14 0,8 28 0,-3-13 0,4 22 0,0 13 0,2 456-1365</inkml:trace>
</inkml:ink>
</file>

<file path=ppt/customXml/item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14:46:56.41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934 481 24575,'1'-6'0,"0"-1"0,1 1 0,0-1 0,0 1 0,0 0 0,1 0 0,0 0 0,5-8 0,5-12 0,33-89 0,47-102 0,-91 213 0,0 0 0,-1 0 0,0 0 0,0-1 0,0 1 0,0-1 0,0-6 0,-1 10 0,0 0 0,0 0 0,0 1 0,0-1 0,-1 0 0,1 0 0,0 0 0,0 1 0,0-1 0,-1 0 0,1 0 0,0 1 0,-1-1 0,1 0 0,0 1 0,-1-1 0,1 0 0,-1 1 0,-1-2 0,2 2 0,-1 0 0,0-1 0,0 1 0,0 0 0,0 0 0,0 0 0,0 0 0,1 0 0,-1 0 0,0 0 0,0 0 0,0 0 0,0 1 0,0-1 0,0 0 0,1 1 0,-1-1 0,0 0 0,0 1 0,0-1 0,1 1 0,-2 0 0,-6 6 0,0 0 0,1 0 0,0 1 0,0 0 0,1 1 0,0-1 0,1 1 0,-1 0 0,-5 14 0,-10 16 0,17-31 0,0 0 0,1 0 0,-1 0 0,2 0 0,-1 1 0,1 0 0,1-1 0,-1 1 0,1 0 0,1 14 0,-1 0 0,-1-16 0,1 0 0,-1 0 0,0 0 0,0 0 0,-7 12 0,-6 23 0,5 4 0,2 0 0,3 1 0,-1 58 0,6-94 0,1 1 0,0-1 0,0 0 0,1 0 0,1 1 0,0-1 0,0-1 0,9 19 0,31 97 0,-42-125 0,0 0 0,-1 0 0,1 0 0,0 1 0,-1-1 0,1 0 0,-1 0 0,1 0 0,-1 0 0,0 1 0,1-1 0,-1 0 0,0 0 0,0 1 0,0-1 0,0 0 0,0 0 0,0 1 0,0-1 0,-1 0 0,1 0 0,0 1 0,-1-1 0,1 0 0,-1 0 0,0 2 0,0-3 0,-1 1 0,1-1 0,-1 1 0,1-1 0,0 0 0,-1 0 0,1 1 0,-1-1 0,1 0 0,-1 0 0,1-1 0,0 1 0,-1 0 0,1 0 0,-1-1 0,1 1 0,0-1 0,-3 0 0,-4-3 0,-1 1 0,1-1 0,0-1 0,0 0 0,1 0 0,-13-10 0,10 1 0,-1-1 0,2 0 0,0 0 0,1-1 0,0 0 0,-7-24 0,4 12 0,-16-28 0,24 48 0,0 1 0,0 0 0,1-1 0,-1 1 0,2-1 0,-1 0 0,1 1 0,0-11 0,3-68 0,0 36 0,-2-19 0,0 64 0,0 21 0,0-6 0,2 59 0,0-39 0,-1-1 0,-2 0 0,-1 0 0,-1 0 0,-9 39 0,-9-12 0,15-43 0,1 1 0,0 0 0,1 0 0,1 0 0,-4 29 0,7-26 0,1-14 0,-1 1 0,0 0 0,0-1 0,0 1 0,0-1 0,0 1 0,-1 0 0,0-1 0,0 1 0,0-1 0,0 1 0,-3 5 0,2-11 0,0-1 0,0 1 0,0 0 0,0-1 0,0 1 0,1-1 0,-1 0 0,1 0 0,0 1 0,-2-6 0,-45-151 0,38 116 0,3-1 0,1 1 0,-1-65 0,7 97 0,0 1 0,-1-1 0,-1 1 0,0-1 0,0 1 0,-1 0 0,0 0 0,-6-10 0,9 20 0,0-1 0,-1 1 0,1-1 0,-1 1 0,1-1 0,-1 1 0,1 0 0,-1-1 0,1 1 0,-1 0 0,1 0 0,-1-1 0,1 1 0,-1 0 0,1 0 0,-1 0 0,0 0 0,1 0 0,-1 0 0,1 0 0,-1 0 0,0 0 0,1 0 0,-1 0 0,1 0 0,-1 0 0,0 0 0,1 0 0,-1 1 0,1-1 0,-1 0 0,1 0 0,-1 1 0,1-1 0,-1 0 0,1 1 0,-1-1 0,1 1 0,-1-1 0,1 0 0,0 1 0,-1-1 0,1 1 0,0-1 0,-1 2 0,-25 29 0,19-22 0,2-2 0,1 1 0,0-1 0,0 1 0,1 0 0,0 1 0,0-1 0,1 0 0,0 1 0,0-1 0,1 1 0,0 12 0,-6 24 0,3-16 0,1 1 0,1 0 0,4 48 0,-2 43 0,0-120 0,0 0 0,0 1 0,0-1 0,0 0 0,0 0 0,-1 1 0,1-1 0,0 0 0,-1 0 0,1 1 0,0-1 0,-1 0 0,0 0 0,1 0 0,-1 0 0,0 0 0,0 2 0,0-3 0,0 0 0,1-1 0,-1 1 0,1 0 0,-1 0 0,1-1 0,-1 1 0,1 0 0,-1-1 0,1 1 0,-1 0 0,1-1 0,-1 1 0,1-1 0,0 1 0,-1-1 0,1 1 0,0-1 0,-1 1 0,1-1 0,0 1 0,0-1 0,0 0 0,-1 0 0,-15-48 0,11 18 0,1 0 0,1-32 0,3 40 0,-1 0 0,-1 0 0,-1 0 0,-1 0 0,-11-33 0,2 25 0,-2 0 0,-20-33 0,34 64 0,1 0 0,0-1 0,0 1 0,0 0 0,0-1 0,0 1 0,0 0 0,-1-1 0,1 1 0,0 0 0,0 0 0,0-1 0,0 1 0,-1 0 0,1 0 0,0 0 0,0-1 0,-1 1 0,1 0 0,0 0 0,-1 0 0,1 0 0,0 0 0,0-1 0,-1 1 0,1 0 0,0 0 0,-1 0 0,1 0 0,0 0 0,-1 0 0,1 0 0,-1 0 0,-3 11 0,1 26 0,3-29 0,-2 5 0,0-1 0,-1 1 0,-1-1 0,-5 14 0,5-15 0,0 1 0,0-1 0,1 1 0,-2 21 0,4 136 0,2-168 0,-1 1 0,0-1 0,0 0 0,0 0 0,0 1 0,0-1 0,-1 0 0,1 0 0,0 1 0,-1-1 0,1 0 0,-1 0 0,1 0 0,-1 0 0,1 0 0,-1 0 0,0 0 0,1 0 0,-1 0 0,0 0 0,0 0 0,0 0 0,0 0 0,0 0 0,0-1 0,0 1 0,0 0 0,-2 0 0,2-1 0,-1-1 0,1 1 0,0-1 0,0 1 0,0-1 0,0 1 0,-1-1 0,1 0 0,0 1 0,0-1 0,0 0 0,0 0 0,1 0 0,-1 0 0,0 0 0,0 0 0,1 0 0,-1 0 0,0 0 0,1-1 0,-1 1 0,1 0 0,-1 0 0,1 0 0,0-1 0,-1 1 0,1-2 0,-6-16 0,-18-35 0,18 43 0,1 0 0,0 0 0,0-1 0,1 1 0,1-1 0,0 0 0,1 0 0,-2-19 0,4 9 0,-1-1 0,-1 1 0,-6-25 0,4-3 0,4 42 0,-1-1 0,1 1 0,-1-1 0,-1 1 0,-3-14 0,5 21 0,-1 0 0,1 0 0,0 0 0,0 0 0,-1 0 0,1 0 0,-1 0 0,1 0 0,-1 0 0,1 0 0,-1 0 0,0 0 0,1 0 0,-1 0 0,0 1 0,0-1 0,0 0 0,1 0 0,-1 1 0,0-1 0,0 1 0,0-1 0,0 1 0,0-1 0,0 1 0,0-1 0,0 1 0,-1 0 0,1 0 0,0 0 0,0-1 0,0 1 0,0 0 0,0 0 0,0 1 0,0-1 0,-1 0 0,1 0 0,0 0 0,0 1 0,0-1 0,0 1 0,0-1 0,0 1 0,0-1 0,0 1 0,0-1 0,0 1 0,1 0 0,-1-1 0,-1 2 0,-1 1 0,-1 1 0,1-1 0,0 1 0,1-1 0,-1 1 0,0 0 0,1 0 0,0 0 0,0 0 0,0 0 0,-1 8 0,-1 19 0,1 1 0,2 0 0,4 49 0,-1-2 0,-2-6 0,0-43 0,0-24 0,0-9 0,-2-33 0,-7-43 0,4 42 0,-1-46 0,5 57 0,-1 1 0,-2 0 0,0 0 0,-9-27 0,3 14 0,8 28 0,-3-13 0,4 22 0,0 13 0,2 456-1365</inkml:trace>
</inkml:ink>
</file>

<file path=ppt/customXml/item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14:46:56.41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934 481 24575,'1'-6'0,"0"-1"0,1 1 0,0-1 0,0 1 0,0 0 0,1 0 0,0 0 0,5-8 0,5-12 0,33-89 0,47-102 0,-91 213 0,0 0 0,-1 0 0,0 0 0,0-1 0,0 1 0,0-1 0,0-6 0,-1 10 0,0 0 0,0 0 0,0 1 0,0-1 0,-1 0 0,1 0 0,0 0 0,0 1 0,0-1 0,-1 0 0,1 0 0,0 1 0,-1-1 0,1 0 0,0 1 0,-1-1 0,1 0 0,-1 1 0,-1-2 0,2 2 0,-1 0 0,0-1 0,0 1 0,0 0 0,0 0 0,0 0 0,0 0 0,1 0 0,-1 0 0,0 0 0,0 0 0,0 0 0,0 1 0,0-1 0,0 0 0,1 1 0,-1-1 0,0 0 0,0 1 0,0-1 0,1 1 0,-2 0 0,-6 6 0,0 0 0,1 0 0,0 1 0,0 0 0,1 1 0,0-1 0,1 1 0,-1 0 0,-5 14 0,-10 16 0,17-31 0,0 0 0,1 0 0,-1 0 0,2 0 0,-1 1 0,1 0 0,1-1 0,-1 1 0,1 0 0,1 14 0,-1 0 0,-1-16 0,1 0 0,-1 0 0,0 0 0,0 0 0,-7 12 0,-6 23 0,5 4 0,2 0 0,3 1 0,-1 58 0,6-94 0,1 1 0,0-1 0,0 0 0,1 0 0,1 1 0,0-1 0,0-1 0,9 19 0,31 97 0,-42-125 0,0 0 0,-1 0 0,1 0 0,0 1 0,-1-1 0,1 0 0,-1 0 0,1 0 0,-1 0 0,0 1 0,1-1 0,-1 0 0,0 0 0,0 1 0,0-1 0,0 0 0,0 0 0,0 1 0,0-1 0,-1 0 0,1 0 0,0 1 0,-1-1 0,1 0 0,-1 0 0,0 2 0,0-3 0,-1 1 0,1-1 0,-1 1 0,1-1 0,0 0 0,-1 0 0,1 1 0,-1-1 0,1 0 0,-1 0 0,1-1 0,0 1 0,-1 0 0,1 0 0,-1-1 0,1 1 0,0-1 0,-3 0 0,-4-3 0,-1 1 0,1-1 0,0-1 0,0 0 0,1 0 0,-13-10 0,10 1 0,-1-1 0,2 0 0,0 0 0,1-1 0,0 0 0,-7-24 0,4 12 0,-16-28 0,24 48 0,0 1 0,0 0 0,1-1 0,-1 1 0,2-1 0,-1 0 0,1 1 0,0-11 0,3-68 0,0 36 0,-2-19 0,0 64 0,0 21 0,0-6 0,2 59 0,0-39 0,-1-1 0,-2 0 0,-1 0 0,-1 0 0,-9 39 0,-9-12 0,15-43 0,1 1 0,0 0 0,1 0 0,1 0 0,-4 29 0,7-26 0,1-14 0,-1 1 0,0 0 0,0-1 0,0 1 0,0-1 0,0 1 0,-1 0 0,0-1 0,0 1 0,0-1 0,0 1 0,-3 5 0,2-11 0,0-1 0,0 1 0,0 0 0,0-1 0,0 1 0,1-1 0,-1 0 0,1 0 0,0 1 0,-2-6 0,-45-151 0,38 116 0,3-1 0,1 1 0,-1-65 0,7 97 0,0 1 0,-1-1 0,-1 1 0,0-1 0,0 1 0,-1 0 0,0 0 0,-6-10 0,9 20 0,0-1 0,-1 1 0,1-1 0,-1 1 0,1-1 0,-1 1 0,1 0 0,-1-1 0,1 1 0,-1 0 0,1 0 0,-1-1 0,1 1 0,-1 0 0,1 0 0,-1 0 0,0 0 0,1 0 0,-1 0 0,1 0 0,-1 0 0,0 0 0,1 0 0,-1 0 0,1 0 0,-1 0 0,0 0 0,1 0 0,-1 1 0,1-1 0,-1 0 0,1 0 0,-1 1 0,1-1 0,-1 0 0,1 1 0,-1-1 0,1 1 0,-1-1 0,1 0 0,0 1 0,-1-1 0,1 1 0,0-1 0,-1 2 0,-25 29 0,19-22 0,2-2 0,1 1 0,0-1 0,0 1 0,1 0 0,0 1 0,0-1 0,1 0 0,0 1 0,0-1 0,1 1 0,0 12 0,-6 24 0,3-16 0,1 1 0,1 0 0,4 48 0,-2 43 0,0-120 0,0 0 0,0 1 0,0-1 0,0 0 0,0 0 0,-1 1 0,1-1 0,0 0 0,-1 0 0,1 1 0,0-1 0,-1 0 0,0 0 0,1 0 0,-1 0 0,0 0 0,0 2 0,0-3 0,0 0 0,1-1 0,-1 1 0,1 0 0,-1 0 0,1-1 0,-1 1 0,1 0 0,-1-1 0,1 1 0,-1 0 0,1-1 0,-1 1 0,1-1 0,0 1 0,-1-1 0,1 1 0,0-1 0,-1 1 0,1-1 0,0 1 0,0-1 0,0 0 0,-1 0 0,-15-48 0,11 18 0,1 0 0,1-32 0,3 40 0,-1 0 0,-1 0 0,-1 0 0,-1 0 0,-11-33 0,2 25 0,-2 0 0,-20-33 0,34 64 0,1 0 0,0-1 0,0 1 0,0 0 0,0-1 0,0 1 0,0 0 0,-1-1 0,1 1 0,0 0 0,0 0 0,0-1 0,0 1 0,-1 0 0,1 0 0,0 0 0,0-1 0,-1 1 0,1 0 0,0 0 0,-1 0 0,1 0 0,0 0 0,0-1 0,-1 1 0,1 0 0,0 0 0,-1 0 0,1 0 0,0 0 0,-1 0 0,1 0 0,-1 0 0,-3 11 0,1 26 0,3-29 0,-2 5 0,0-1 0,-1 1 0,-1-1 0,-5 14 0,5-15 0,0 1 0,0-1 0,1 1 0,-2 21 0,4 136 0,2-168 0,-1 1 0,0-1 0,0 0 0,0 0 0,0 1 0,0-1 0,-1 0 0,1 0 0,0 1 0,-1-1 0,1 0 0,-1 0 0,1 0 0,-1 0 0,1 0 0,-1 0 0,0 0 0,1 0 0,-1 0 0,0 0 0,0 0 0,0 0 0,0 0 0,0 0 0,0-1 0,0 1 0,0 0 0,-2 0 0,2-1 0,-1-1 0,1 1 0,0-1 0,0 1 0,0-1 0,0 1 0,-1-1 0,1 0 0,0 1 0,0-1 0,0 0 0,0 0 0,1 0 0,-1 0 0,0 0 0,0 0 0,1 0 0,-1 0 0,0 0 0,1-1 0,-1 1 0,1 0 0,-1 0 0,1 0 0,0-1 0,-1 1 0,1-2 0,-6-16 0,-18-35 0,18 43 0,1 0 0,0 0 0,0-1 0,1 1 0,1-1 0,0 0 0,1 0 0,-2-19 0,4 9 0,-1-1 0,-1 1 0,-6-25 0,4-3 0,4 42 0,-1-1 0,1 1 0,-1-1 0,-1 1 0,-3-14 0,5 21 0,-1 0 0,1 0 0,0 0 0,0 0 0,-1 0 0,1 0 0,-1 0 0,1 0 0,-1 0 0,1 0 0,-1 0 0,0 0 0,1 0 0,-1 0 0,0 1 0,0-1 0,0 0 0,1 0 0,-1 1 0,0-1 0,0 1 0,0-1 0,0 1 0,0-1 0,0 1 0,0-1 0,0 1 0,-1 0 0,1 0 0,0 0 0,0-1 0,0 1 0,0 0 0,0 0 0,0 1 0,0-1 0,-1 0 0,1 0 0,0 0 0,0 1 0,0-1 0,0 1 0,0-1 0,0 1 0,0-1 0,0 1 0,0-1 0,0 1 0,1 0 0,-1-1 0,-1 2 0,-1 1 0,-1 1 0,1-1 0,0 1 0,1-1 0,-1 1 0,0 0 0,1 0 0,0 0 0,0 0 0,0 0 0,-1 8 0,-1 19 0,1 1 0,2 0 0,4 49 0,-1-2 0,-2-6 0,0-43 0,0-24 0,0-9 0,-2-33 0,-7-43 0,4 42 0,-1-46 0,5 57 0,-1 1 0,-2 0 0,0 0 0,-9-27 0,3 14 0,8 28 0,-3-13 0,4 22 0,0 13 0,2 456-1365</inkml:trace>
</inkml:ink>
</file>

<file path=ppt/customXml/item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14:46:56.41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934 481 24575,'1'-6'0,"0"-1"0,1 1 0,0-1 0,0 1 0,0 0 0,1 0 0,0 0 0,5-8 0,5-12 0,33-89 0,47-102 0,-91 213 0,0 0 0,-1 0 0,0 0 0,0-1 0,0 1 0,0-1 0,0-6 0,-1 10 0,0 0 0,0 0 0,0 1 0,0-1 0,-1 0 0,1 0 0,0 0 0,0 1 0,0-1 0,-1 0 0,1 0 0,0 1 0,-1-1 0,1 0 0,0 1 0,-1-1 0,1 0 0,-1 1 0,-1-2 0,2 2 0,-1 0 0,0-1 0,0 1 0,0 0 0,0 0 0,0 0 0,0 0 0,1 0 0,-1 0 0,0 0 0,0 0 0,0 0 0,0 1 0,0-1 0,0 0 0,1 1 0,-1-1 0,0 0 0,0 1 0,0-1 0,1 1 0,-2 0 0,-6 6 0,0 0 0,1 0 0,0 1 0,0 0 0,1 1 0,0-1 0,1 1 0,-1 0 0,-5 14 0,-10 16 0,17-31 0,0 0 0,1 0 0,-1 0 0,2 0 0,-1 1 0,1 0 0,1-1 0,-1 1 0,1 0 0,1 14 0,-1 0 0,-1-16 0,1 0 0,-1 0 0,0 0 0,0 0 0,-7 12 0,-6 23 0,5 4 0,2 0 0,3 1 0,-1 58 0,6-94 0,1 1 0,0-1 0,0 0 0,1 0 0,1 1 0,0-1 0,0-1 0,9 19 0,31 97 0,-42-125 0,0 0 0,-1 0 0,1 0 0,0 1 0,-1-1 0,1 0 0,-1 0 0,1 0 0,-1 0 0,0 1 0,1-1 0,-1 0 0,0 0 0,0 1 0,0-1 0,0 0 0,0 0 0,0 1 0,0-1 0,-1 0 0,1 0 0,0 1 0,-1-1 0,1 0 0,-1 0 0,0 2 0,0-3 0,-1 1 0,1-1 0,-1 1 0,1-1 0,0 0 0,-1 0 0,1 1 0,-1-1 0,1 0 0,-1 0 0,1-1 0,0 1 0,-1 0 0,1 0 0,-1-1 0,1 1 0,0-1 0,-3 0 0,-4-3 0,-1 1 0,1-1 0,0-1 0,0 0 0,1 0 0,-13-10 0,10 1 0,-1-1 0,2 0 0,0 0 0,1-1 0,0 0 0,-7-24 0,4 12 0,-16-28 0,24 48 0,0 1 0,0 0 0,1-1 0,-1 1 0,2-1 0,-1 0 0,1 1 0,0-11 0,3-68 0,0 36 0,-2-19 0,0 64 0,0 21 0,0-6 0,2 59 0,0-39 0,-1-1 0,-2 0 0,-1 0 0,-1 0 0,-9 39 0,-9-12 0,15-43 0,1 1 0,0 0 0,1 0 0,1 0 0,-4 29 0,7-26 0,1-14 0,-1 1 0,0 0 0,0-1 0,0 1 0,0-1 0,0 1 0,-1 0 0,0-1 0,0 1 0,0-1 0,0 1 0,-3 5 0,2-11 0,0-1 0,0 1 0,0 0 0,0-1 0,0 1 0,1-1 0,-1 0 0,1 0 0,0 1 0,-2-6 0,-45-151 0,38 116 0,3-1 0,1 1 0,-1-65 0,7 97 0,0 1 0,-1-1 0,-1 1 0,0-1 0,0 1 0,-1 0 0,0 0 0,-6-10 0,9 20 0,0-1 0,-1 1 0,1-1 0,-1 1 0,1-1 0,-1 1 0,1 0 0,-1-1 0,1 1 0,-1 0 0,1 0 0,-1-1 0,1 1 0,-1 0 0,1 0 0,-1 0 0,0 0 0,1 0 0,-1 0 0,1 0 0,-1 0 0,0 0 0,1 0 0,-1 0 0,1 0 0,-1 0 0,0 0 0,1 0 0,-1 1 0,1-1 0,-1 0 0,1 0 0,-1 1 0,1-1 0,-1 0 0,1 1 0,-1-1 0,1 1 0,-1-1 0,1 0 0,0 1 0,-1-1 0,1 1 0,0-1 0,-1 2 0,-25 29 0,19-22 0,2-2 0,1 1 0,0-1 0,0 1 0,1 0 0,0 1 0,0-1 0,1 0 0,0 1 0,0-1 0,1 1 0,0 12 0,-6 24 0,3-16 0,1 1 0,1 0 0,4 48 0,-2 43 0,0-120 0,0 0 0,0 1 0,0-1 0,0 0 0,0 0 0,-1 1 0,1-1 0,0 0 0,-1 0 0,1 1 0,0-1 0,-1 0 0,0 0 0,1 0 0,-1 0 0,0 0 0,0 2 0,0-3 0,0 0 0,1-1 0,-1 1 0,1 0 0,-1 0 0,1-1 0,-1 1 0,1 0 0,-1-1 0,1 1 0,-1 0 0,1-1 0,-1 1 0,1-1 0,0 1 0,-1-1 0,1 1 0,0-1 0,-1 1 0,1-1 0,0 1 0,0-1 0,0 0 0,-1 0 0,-15-48 0,11 18 0,1 0 0,1-32 0,3 40 0,-1 0 0,-1 0 0,-1 0 0,-1 0 0,-11-33 0,2 25 0,-2 0 0,-20-33 0,34 64 0,1 0 0,0-1 0,0 1 0,0 0 0,0-1 0,0 1 0,0 0 0,-1-1 0,1 1 0,0 0 0,0 0 0,0-1 0,0 1 0,-1 0 0,1 0 0,0 0 0,0-1 0,-1 1 0,1 0 0,0 0 0,-1 0 0,1 0 0,0 0 0,0-1 0,-1 1 0,1 0 0,0 0 0,-1 0 0,1 0 0,0 0 0,-1 0 0,1 0 0,-1 0 0,-3 11 0,1 26 0,3-29 0,-2 5 0,0-1 0,-1 1 0,-1-1 0,-5 14 0,5-15 0,0 1 0,0-1 0,1 1 0,-2 21 0,4 136 0,2-168 0,-1 1 0,0-1 0,0 0 0,0 0 0,0 1 0,0-1 0,-1 0 0,1 0 0,0 1 0,-1-1 0,1 0 0,-1 0 0,1 0 0,-1 0 0,1 0 0,-1 0 0,0 0 0,1 0 0,-1 0 0,0 0 0,0 0 0,0 0 0,0 0 0,0 0 0,0-1 0,0 1 0,0 0 0,-2 0 0,2-1 0,-1-1 0,1 1 0,0-1 0,0 1 0,0-1 0,0 1 0,-1-1 0,1 0 0,0 1 0,0-1 0,0 0 0,0 0 0,1 0 0,-1 0 0,0 0 0,0 0 0,1 0 0,-1 0 0,0 0 0,1-1 0,-1 1 0,1 0 0,-1 0 0,1 0 0,0-1 0,-1 1 0,1-2 0,-6-16 0,-18-35 0,18 43 0,1 0 0,0 0 0,0-1 0,1 1 0,1-1 0,0 0 0,1 0 0,-2-19 0,4 9 0,-1-1 0,-1 1 0,-6-25 0,4-3 0,4 42 0,-1-1 0,1 1 0,-1-1 0,-1 1 0,-3-14 0,5 21 0,-1 0 0,1 0 0,0 0 0,0 0 0,-1 0 0,1 0 0,-1 0 0,1 0 0,-1 0 0,1 0 0,-1 0 0,0 0 0,1 0 0,-1 0 0,0 1 0,0-1 0,0 0 0,1 0 0,-1 1 0,0-1 0,0 1 0,0-1 0,0 1 0,0-1 0,0 1 0,0-1 0,0 1 0,-1 0 0,1 0 0,0 0 0,0-1 0,0 1 0,0 0 0,0 0 0,0 1 0,0-1 0,-1 0 0,1 0 0,0 0 0,0 1 0,0-1 0,0 1 0,0-1 0,0 1 0,0-1 0,0 1 0,0-1 0,0 1 0,1 0 0,-1-1 0,-1 2 0,-1 1 0,-1 1 0,1-1 0,0 1 0,1-1 0,-1 1 0,0 0 0,1 0 0,0 0 0,0 0 0,0 0 0,-1 8 0,-1 19 0,1 1 0,2 0 0,4 49 0,-1-2 0,-2-6 0,0-43 0,0-24 0,0-9 0,-2-33 0,-7-43 0,4 42 0,-1-46 0,5 57 0,-1 1 0,-2 0 0,0 0 0,-9-27 0,3 14 0,8 28 0,-3-13 0,4 22 0,0 13 0,2 456-1365</inkml:trace>
</inkml:ink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.xml" Id="R3844f6adf70a485a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050868-4941-4769-9BEC-5DD558DD1B21}" type="datetimeFigureOut">
              <a:rPr lang="en-IN"/>
              <a:t>11-10-2025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43163"/>
            <a:ext cx="7315200" cy="23145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4738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4738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E09DA0-6ECF-4E2F-BB90-EBD91E3F24CE}" type="slidenum">
              <a:rPr lang="en-IN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894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5b193116444024" /><Relationship Type="http://schemas.openxmlformats.org/officeDocument/2006/relationships/image" Target="/ppt/media/image3.png" Id="R022ce9d3e79743f8" /><Relationship Type="http://schemas.openxmlformats.org/officeDocument/2006/relationships/image" Target="/ppt/media/image4.png" Id="Ref4183d7be8548b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bd189cd1be457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0f36a1530f74e52" /><Relationship Type="http://schemas.openxmlformats.org/officeDocument/2006/relationships/image" Target="/ppt/media/image3.png" Id="Rffe8b29f57b34dda" /><Relationship Type="http://schemas.openxmlformats.org/officeDocument/2006/relationships/image" Target="/ppt/media/image4.png" Id="Rf14e168af361458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aad806ed6a54db1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3EAD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95024" y="1831850"/>
            <a:ext cx="7345045" cy="0"/>
          </a:xfrm>
          <a:custGeom>
            <a:avLst/>
            <a:gdLst/>
            <a:ahLst/>
            <a:cxnLst/>
            <a:rect l="l" t="t" r="r" b="b"/>
            <a:pathLst>
              <a:path w="7345045">
                <a:moveTo>
                  <a:pt x="0" y="0"/>
                </a:moveTo>
                <a:lnTo>
                  <a:pt x="7344599" y="0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022ce9d3e79743f8" cstate="print"/>
          <a:stretch>
            <a:fillRect/>
          </a:stretch>
        </p:blipFill>
        <p:spPr>
          <a:xfrm>
            <a:off x="395025" y="4094150"/>
            <a:ext cx="4813399" cy="96267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ef4183d7be8548bf" cstate="print"/>
          <a:stretch>
            <a:fillRect/>
          </a:stretch>
        </p:blipFill>
        <p:spPr>
          <a:xfrm>
            <a:off x="7038962" y="3524250"/>
            <a:ext cx="2105024" cy="16192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3EADA7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3EADA7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3EAD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95024" y="1831850"/>
            <a:ext cx="7345045" cy="0"/>
          </a:xfrm>
          <a:custGeom>
            <a:avLst/>
            <a:gdLst/>
            <a:ahLst/>
            <a:cxnLst/>
            <a:rect l="l" t="t" r="r" b="b"/>
            <a:pathLst>
              <a:path w="7345045">
                <a:moveTo>
                  <a:pt x="0" y="0"/>
                </a:moveTo>
                <a:lnTo>
                  <a:pt x="7344599" y="0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ffe8b29f57b34dda" cstate="print"/>
          <a:stretch>
            <a:fillRect/>
          </a:stretch>
        </p:blipFill>
        <p:spPr>
          <a:xfrm>
            <a:off x="395025" y="4094150"/>
            <a:ext cx="4813399" cy="96267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f14e168af3614582" cstate="print"/>
          <a:stretch>
            <a:fillRect/>
          </a:stretch>
        </p:blipFill>
        <p:spPr>
          <a:xfrm>
            <a:off x="7038962" y="3524250"/>
            <a:ext cx="2105024" cy="16192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3EADA7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3EADA7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000afc1fdfd34e1f" /><Relationship Type="http://schemas.openxmlformats.org/officeDocument/2006/relationships/image" Target="/ppt/media/image2.png" Id="R5a78b8c5979240d1" /><Relationship Type="http://schemas.openxmlformats.org/officeDocument/2006/relationships/theme" Target="/ppt/slideMasters/theme/theme2.xml" Id="Rb1bca00603a44ca3" /><Relationship Type="http://schemas.openxmlformats.org/officeDocument/2006/relationships/slideLayout" Target="/ppt/slideLayouts/slideLayout1.xml" Id="R083355e0d04646db" /><Relationship Type="http://schemas.openxmlformats.org/officeDocument/2006/relationships/slideLayout" Target="/ppt/slideLayouts/slideLayout5.xml" Id="R70d9cecb70254b1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6e3b9ff60d014467" /><Relationship Type="http://schemas.openxmlformats.org/officeDocument/2006/relationships/image" Target="/ppt/media/image2.png" Id="R60aea04cd2a2484c" /><Relationship Type="http://schemas.openxmlformats.org/officeDocument/2006/relationships/theme" Target="/ppt/slideMasters/theme/theme3.xml" Id="Racbd4bf1638c4b6f" /><Relationship Type="http://schemas.openxmlformats.org/officeDocument/2006/relationships/slideLayout" Target="/ppt/slideLayouts/slideLayout6.xml" Id="R180e79ada202472d" /><Relationship Type="http://schemas.openxmlformats.org/officeDocument/2006/relationships/slideLayout" Target="/ppt/slideLayouts/slideLayout10.xml" Id="R95bcadcfa28544a8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000afc1fdfd34e1f" cstate="print"/>
          <a:stretch>
            <a:fillRect/>
          </a:stretch>
        </p:blipFill>
        <p:spPr>
          <a:xfrm>
            <a:off x="7271060" y="3592285"/>
            <a:ext cx="1872941" cy="1551214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33845" y="893949"/>
            <a:ext cx="7886700" cy="0"/>
          </a:xfrm>
          <a:custGeom>
            <a:avLst/>
            <a:gdLst/>
            <a:ahLst/>
            <a:cxnLst/>
            <a:rect l="l" t="t" r="r" b="b"/>
            <a:pathLst>
              <a:path w="7886700">
                <a:moveTo>
                  <a:pt x="0" y="0"/>
                </a:moveTo>
                <a:lnTo>
                  <a:pt x="7886699" y="0"/>
                </a:lnTo>
              </a:path>
            </a:pathLst>
          </a:custGeom>
          <a:ln w="9524">
            <a:solidFill>
              <a:srgbClr val="3DAB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5a78b8c5979240d1" cstate="print"/>
          <a:stretch>
            <a:fillRect/>
          </a:stretch>
        </p:blipFill>
        <p:spPr>
          <a:xfrm>
            <a:off x="7977620" y="416256"/>
            <a:ext cx="521493" cy="3357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7820" y="327679"/>
            <a:ext cx="6708140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3EADA7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083355e0d04646db"/>
    <p:sldLayoutId id="2147483653" r:id="R70d9cecb70254b1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6e3b9ff60d014467" cstate="print"/>
          <a:stretch>
            <a:fillRect/>
          </a:stretch>
        </p:blipFill>
        <p:spPr>
          <a:xfrm>
            <a:off x="7271060" y="3592285"/>
            <a:ext cx="1872941" cy="1551214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33845" y="893949"/>
            <a:ext cx="7886700" cy="0"/>
          </a:xfrm>
          <a:custGeom>
            <a:avLst/>
            <a:gdLst/>
            <a:ahLst/>
            <a:cxnLst/>
            <a:rect l="l" t="t" r="r" b="b"/>
            <a:pathLst>
              <a:path w="7886700">
                <a:moveTo>
                  <a:pt x="0" y="0"/>
                </a:moveTo>
                <a:lnTo>
                  <a:pt x="7886699" y="0"/>
                </a:lnTo>
              </a:path>
            </a:pathLst>
          </a:custGeom>
          <a:ln w="9524">
            <a:solidFill>
              <a:srgbClr val="3DAB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60aea04cd2a2484c" cstate="print"/>
          <a:stretch>
            <a:fillRect/>
          </a:stretch>
        </p:blipFill>
        <p:spPr>
          <a:xfrm>
            <a:off x="7977620" y="416256"/>
            <a:ext cx="521493" cy="3357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7820" y="327679"/>
            <a:ext cx="6708140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3EADA7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180e79ada202472d"/>
    <p:sldLayoutId id="2147483659" r:id="R95bcadcfa28544a8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slide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f0512d5af45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5.png" Id="R2768e8b18a5340fd" /><Relationship Type="http://schemas.openxmlformats.org/officeDocument/2006/relationships/image" Target="/ppt/media/image.jpg" Id="Rb242531555b7430c" /><Relationship Type="http://schemas.openxmlformats.org/officeDocument/2006/relationships/slideLayout" Target="/ppt/slideLayouts/slideLayout5.xml" Id="R652105757e714f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2.jpg" Id="Re01e86f244824d2c" /><Relationship Type="http://schemas.openxmlformats.org/officeDocument/2006/relationships/image" Target="/ppt/media/image3.jpg" Id="R05400c48616a49fc" /><Relationship Type="http://schemas.openxmlformats.org/officeDocument/2006/relationships/slideLayout" Target="/ppt/slideLayouts/slideLayout5.xml" Id="R8f14583b68a540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5ff7a94191448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4.jpg" Id="Rd84c86ff7507495d" /><Relationship Type="http://schemas.openxmlformats.org/officeDocument/2006/relationships/slideLayout" Target="/ppt/slideLayouts/slideLayout5.xml" Id="R1401083a2b7140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6.png" Id="R39cb89540b9a412b" /><Relationship Type="http://schemas.openxmlformats.org/officeDocument/2006/relationships/slideLayout" Target="/ppt/slideLayouts/slideLayout5.xml" Id="R6ab2949ae3ab42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5df6535a0f4a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7.png" Id="R2e1d8a30328e417a" /><Relationship Type="http://schemas.openxmlformats.org/officeDocument/2006/relationships/image" Target="/ppt/media/image.jpg" Id="Rc632f5df5fed46b5" /><Relationship Type="http://schemas.openxmlformats.org/officeDocument/2006/relationships/image" Target="/ppt/media/image8.png" Id="Rb0d0193cc4054ba7" /><Relationship Type="http://schemas.openxmlformats.org/officeDocument/2006/relationships/image" Target="/ppt/media/image9.png" Id="Rfaf0d303effa4165" /><Relationship Type="http://schemas.openxmlformats.org/officeDocument/2006/relationships/slideLayout" Target="/ppt/slideLayouts/slideLayout10.xml" Id="R8111876568e348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10.png" Id="R6cac7717945b4381" /><Relationship Type="http://schemas.openxmlformats.org/officeDocument/2006/relationships/image" Target="/ppt/media/image11.png" Id="R63a9c8a4b71d4ac1" /><Relationship Type="http://schemas.openxmlformats.org/officeDocument/2006/relationships/image" Target="/ppt/media/image8.png" Id="R0474015b43374046" /><Relationship Type="http://schemas.openxmlformats.org/officeDocument/2006/relationships/image" Target="/ppt/media/image9.png" Id="Rfdbb56cc40904958" /><Relationship Type="http://schemas.openxmlformats.org/officeDocument/2006/relationships/slideLayout" Target="/ppt/slideLayouts/slideLayout10.xml" Id="R49354b93910848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12.png" Id="R74670dc5d0c04d35" /><Relationship Type="http://schemas.openxmlformats.org/officeDocument/2006/relationships/image" Target="/ppt/media/image13.png" Id="R6a54c4ad12e14eaa" /><Relationship Type="http://schemas.openxmlformats.org/officeDocument/2006/relationships/image" Target="/ppt/media/image14.png" Id="R26a3e016a8134bdc" /><Relationship Type="http://schemas.openxmlformats.org/officeDocument/2006/relationships/image" Target="/ppt/media/image15.png" Id="Rcbe5396281fc4f00" /><Relationship Type="http://schemas.openxmlformats.org/officeDocument/2006/relationships/image" Target="/ppt/media/image16.png" Id="Rb089f7b971ba4b21" /><Relationship Type="http://schemas.openxmlformats.org/officeDocument/2006/relationships/image" Target="/ppt/media/image8.png" Id="R683ec88cda844bfb" /><Relationship Type="http://schemas.openxmlformats.org/officeDocument/2006/relationships/image" Target="/ppt/media/image9.png" Id="R2d5678873da44073" /><Relationship Type="http://schemas.openxmlformats.org/officeDocument/2006/relationships/customXml" Target="/ppt/customXml/item.xml" Id="rcIda2714a8acd3f4b36" /><Relationship Type="http://schemas.openxmlformats.org/officeDocument/2006/relationships/customXml" Target="/ppt/customXml/item2.xml" Id="rcId2b2393f5801b4dfe" /><Relationship Type="http://schemas.openxmlformats.org/officeDocument/2006/relationships/customXml" Target="/ppt/customXml/item3.xml" Id="rcId7dbc0d1a192046f8" /><Relationship Type="http://schemas.openxmlformats.org/officeDocument/2006/relationships/customXml" Target="/ppt/customXml/item4.xml" Id="rcIdad65a193e11d40c0" /><Relationship Type="http://schemas.openxmlformats.org/officeDocument/2006/relationships/slideLayout" Target="/ppt/slideLayouts/slideLayout10.xml" Id="R399e002c78c64f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image" Target="/ppt/media/image17.png" Id="Rb230e3a016db49e7" /><Relationship Type="http://schemas.openxmlformats.org/officeDocument/2006/relationships/image" Target="/ppt/media/image18.png" Id="R016df690b00543b5" /><Relationship Type="http://schemas.openxmlformats.org/officeDocument/2006/relationships/image" Target="/ppt/media/image19.png" Id="Rec169818bdde4825" /><Relationship Type="http://schemas.openxmlformats.org/officeDocument/2006/relationships/image" Target="/ppt/media/image20.png" Id="R17794dcfd7034cae" /><Relationship Type="http://schemas.openxmlformats.org/officeDocument/2006/relationships/image" Target="/ppt/media/image21.png" Id="Re72e1ddd95f44dfa" /><Relationship Type="http://schemas.openxmlformats.org/officeDocument/2006/relationships/image" Target="/ppt/media/image16.png" Id="Rb6f0b4103303441a" /><Relationship Type="http://schemas.openxmlformats.org/officeDocument/2006/relationships/image" Target="/ppt/media/image22.png" Id="R2722f6f3fc194461" /><Relationship Type="http://schemas.openxmlformats.org/officeDocument/2006/relationships/image" Target="/ppt/media/image23.png" Id="Rb96a813ab0cc431c" /><Relationship Type="http://schemas.openxmlformats.org/officeDocument/2006/relationships/image" Target="/ppt/media/image9.png" Id="R8cfc2812203f4b7c" /><Relationship Type="http://schemas.openxmlformats.org/officeDocument/2006/relationships/customXml" Target="/ppt/customXml/item5.xml" Id="rcIdd9d6999af4594f76" /><Relationship Type="http://schemas.openxmlformats.org/officeDocument/2006/relationships/customXml" Target="/ppt/customXml/item6.xml" Id="rcId3df249d01efb4ac8" /><Relationship Type="http://schemas.openxmlformats.org/officeDocument/2006/relationships/customXml" Target="/ppt/customXml/item7.xml" Id="rcIdd76acf74602e4010" /><Relationship Type="http://schemas.openxmlformats.org/officeDocument/2006/relationships/customXml" Target="/ppt/customXml/item8.xml" Id="rcId75f1eff400e640c7" /><Relationship Type="http://schemas.openxmlformats.org/officeDocument/2006/relationships/customXml" Target="/ppt/customXml/item9.xml" Id="rcIdab2fd1bb3a834c16" /><Relationship Type="http://schemas.openxmlformats.org/officeDocument/2006/relationships/customXml" Target="/ppt/customXml/item10.xml" Id="rcIdd283d55145954f94" /><Relationship Type="http://schemas.openxmlformats.org/officeDocument/2006/relationships/customXml" Target="/ppt/customXml/item11.xml" Id="rcId7121742261824fd0" /><Relationship Type="http://schemas.openxmlformats.org/officeDocument/2006/relationships/customXml" Target="/ppt/customXml/item12.xml" Id="rcId7def10a7dd424967" /><Relationship Type="http://schemas.openxmlformats.org/officeDocument/2006/relationships/customXml" Target="/ppt/customXml/item13.xml" Id="rcId8a7023d749eb4a4a" /><Relationship Type="http://schemas.openxmlformats.org/officeDocument/2006/relationships/customXml" Target="/ppt/customXml/item14.xml" Id="rcIdba240f51455347af" /><Relationship Type="http://schemas.openxmlformats.org/officeDocument/2006/relationships/customXml" Target="/ppt/customXml/item15.xml" Id="rcId0b73279bd529427e" /><Relationship Type="http://schemas.openxmlformats.org/officeDocument/2006/relationships/customXml" Target="/ppt/customXml/item16.xml" Id="rcId0074e13eb10f45a7" /><Relationship Type="http://schemas.openxmlformats.org/officeDocument/2006/relationships/customXml" Target="/ppt/customXml/item17.xml" Id="rcId8fdea3e9863446e7" /><Relationship Type="http://schemas.openxmlformats.org/officeDocument/2006/relationships/customXml" Target="/ppt/customXml/item18.xml" Id="rcIdf78559d698cc42ce" /><Relationship Type="http://schemas.openxmlformats.org/officeDocument/2006/relationships/customXml" Target="/ppt/customXml/item19.xml" Id="rcId527d2a9c9c4545da" /><Relationship Type="http://schemas.openxmlformats.org/officeDocument/2006/relationships/customXml" Target="/ppt/customXml/item20.xml" Id="rcId60b31493fa0d4295" /><Relationship Type="http://schemas.openxmlformats.org/officeDocument/2006/relationships/customXml" Target="/ppt/customXml/item21.xml" Id="rcIdc8f1d811cf114a82" /><Relationship Type="http://schemas.openxmlformats.org/officeDocument/2006/relationships/customXml" Target="/ppt/customXml/item22.xml" Id="rcId398d17a90bba4be1" /><Relationship Type="http://schemas.openxmlformats.org/officeDocument/2006/relationships/customXml" Target="/ppt/customXml/item23.xml" Id="rcId4aa6c2888f364692" /><Relationship Type="http://schemas.openxmlformats.org/officeDocument/2006/relationships/customXml" Target="/ppt/customXml/item24.xml" Id="rcId27eca53dd2024312" /><Relationship Type="http://schemas.openxmlformats.org/officeDocument/2006/relationships/customXml" Target="/ppt/customXml/item25.xml" Id="rcId0ba1d088a5eb43a1" /><Relationship Type="http://schemas.openxmlformats.org/officeDocument/2006/relationships/customXml" Target="/ppt/customXml/item26.xml" Id="rcId2655b50538014be6" /><Relationship Type="http://schemas.openxmlformats.org/officeDocument/2006/relationships/customXml" Target="/ppt/customXml/item27.xml" Id="rcId8f9b9d8b6d514576" /><Relationship Type="http://schemas.openxmlformats.org/officeDocument/2006/relationships/customXml" Target="/ppt/customXml/item28.xml" Id="rcIdebff9058b4c44e76" /><Relationship Type="http://schemas.openxmlformats.org/officeDocument/2006/relationships/customXml" Target="/ppt/customXml/item29.xml" Id="rcId635387b4c1054f7f" /><Relationship Type="http://schemas.openxmlformats.org/officeDocument/2006/relationships/customXml" Target="/ppt/customXml/item30.xml" Id="rcIdb97699b76eb64d29" /><Relationship Type="http://schemas.openxmlformats.org/officeDocument/2006/relationships/customXml" Target="/ppt/customXml/item31.xml" Id="rcIdeac85fb57f674be8" /><Relationship Type="http://schemas.openxmlformats.org/officeDocument/2006/relationships/customXml" Target="/ppt/customXml/item32.xml" Id="rcId7c72c7db7d684619" /><Relationship Type="http://schemas.openxmlformats.org/officeDocument/2006/relationships/customXml" Target="/ppt/customXml/item33.xml" Id="rcId24f96b9ef7c141cd" /><Relationship Type="http://schemas.openxmlformats.org/officeDocument/2006/relationships/customXml" Target="/ppt/customXml/item34.xml" Id="rcId8f4732ca07fe48a1" /><Relationship Type="http://schemas.openxmlformats.org/officeDocument/2006/relationships/customXml" Target="/ppt/customXml/item35.xml" Id="rcIdf6a762cf5aa741c2" /><Relationship Type="http://schemas.openxmlformats.org/officeDocument/2006/relationships/customXml" Target="/ppt/customXml/item36.xml" Id="rcIdc376e096d03f4bc7" /><Relationship Type="http://schemas.openxmlformats.org/officeDocument/2006/relationships/customXml" Target="/ppt/customXml/item37.xml" Id="rcId117cef55425243b4" /><Relationship Type="http://schemas.openxmlformats.org/officeDocument/2006/relationships/customXml" Target="/ppt/customXml/item38.xml" Id="rcId071df39c6294414d" /><Relationship Type="http://schemas.openxmlformats.org/officeDocument/2006/relationships/customXml" Target="/ppt/customXml/item39.xml" Id="rcId593eaf64fce24370" /><Relationship Type="http://schemas.openxmlformats.org/officeDocument/2006/relationships/customXml" Target="/ppt/customXml/item40.xml" Id="rcId9dc85b71448842d2" /><Relationship Type="http://schemas.openxmlformats.org/officeDocument/2006/relationships/customXml" Target="/ppt/customXml/item41.xml" Id="rcId4df8bf49608e4e66" /><Relationship Type="http://schemas.openxmlformats.org/officeDocument/2006/relationships/customXml" Target="/ppt/customXml/item42.xml" Id="rcId42d0d3f27937412e" /><Relationship Type="http://schemas.openxmlformats.org/officeDocument/2006/relationships/customXml" Target="/ppt/customXml/item43.xml" Id="rcIdbb12af6d50534bf7" /><Relationship Type="http://schemas.openxmlformats.org/officeDocument/2006/relationships/customXml" Target="/ppt/customXml/item44.xml" Id="rcIdc6189b0dae9b432c" /><Relationship Type="http://schemas.openxmlformats.org/officeDocument/2006/relationships/customXml" Target="/ppt/customXml/item45.xml" Id="rcIde5361d1a35814d7d" /><Relationship Type="http://schemas.openxmlformats.org/officeDocument/2006/relationships/customXml" Target="/ppt/customXml/item46.xml" Id="rcId86d920f24fbf4cc8" /><Relationship Type="http://schemas.openxmlformats.org/officeDocument/2006/relationships/slideLayout" Target="/ppt/slideLayouts/slideLayout10.xml" Id="R1de164e73c47458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/ppt/media/image24.png" Id="R7ccf5145311a49f3" /><Relationship Type="http://schemas.openxmlformats.org/officeDocument/2006/relationships/image" Target="/ppt/media/image9.png" Id="R8bf1ffc71ead441d" /><Relationship Type="http://schemas.openxmlformats.org/officeDocument/2006/relationships/customXml" Target="/ppt/customXml/item47.xml" Id="rcId662d03dc395d4b77" /><Relationship Type="http://schemas.openxmlformats.org/officeDocument/2006/relationships/slideLayout" Target="/ppt/slideLayouts/slideLayout10.xml" Id="R6cd3b0c8ecf74d4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image" Target="/ppt/media/image25.png" Id="R0065b3efa2d4481a" /><Relationship Type="http://schemas.openxmlformats.org/officeDocument/2006/relationships/image" Target="/ppt/media/image9.png" Id="Ra18db3813fcc4c14" /><Relationship Type="http://schemas.openxmlformats.org/officeDocument/2006/relationships/customXml" Target="/ppt/customXml/item48.xml" Id="rcIdb3a7773156174a09" /><Relationship Type="http://schemas.openxmlformats.org/officeDocument/2006/relationships/slideLayout" Target="/ppt/slideLayouts/slideLayout10.xml" Id="Ra164f8f39610417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image" Target="/ppt/media/image26.png" Id="Rc40f438bfe174621" /><Relationship Type="http://schemas.openxmlformats.org/officeDocument/2006/relationships/image" Target="/ppt/media/image9.png" Id="Rdd90955c82604a39" /><Relationship Type="http://schemas.openxmlformats.org/officeDocument/2006/relationships/customXml" Target="/ppt/customXml/item49.xml" Id="rcIda4dffedd1bbb4a8f" /><Relationship Type="http://schemas.openxmlformats.org/officeDocument/2006/relationships/slideLayout" Target="/ppt/slideLayouts/slideLayout10.xml" Id="Rfd6a3a48013c494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image" Target="/ppt/media/image26.png" Id="Re87145d637144706" /><Relationship Type="http://schemas.openxmlformats.org/officeDocument/2006/relationships/image" Target="/ppt/media/image9.png" Id="R4ada89dadc6447e5" /><Relationship Type="http://schemas.openxmlformats.org/officeDocument/2006/relationships/customXml" Target="/ppt/customXml/item50.xml" Id="rcId2070685fdeec4b91" /><Relationship Type="http://schemas.openxmlformats.org/officeDocument/2006/relationships/slideLayout" Target="/ppt/slideLayouts/slideLayout10.xml" Id="Rea166f229e21487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image" Target="/ppt/media/image26.png" Id="R1f56a79368c64c8d" /><Relationship Type="http://schemas.openxmlformats.org/officeDocument/2006/relationships/image" Target="/ppt/media/image9.png" Id="Rcadb5efbf0b6495f" /><Relationship Type="http://schemas.openxmlformats.org/officeDocument/2006/relationships/customXml" Target="/ppt/customXml/item51.xml" Id="rcId091ef59e8a9d48ee" /><Relationship Type="http://schemas.openxmlformats.org/officeDocument/2006/relationships/slideLayout" Target="/ppt/slideLayouts/slideLayout10.xml" Id="Rd2e4f28ae7ab428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image" Target="/ppt/media/image8.png" Id="Rc1b3acc9fea24240" /><Relationship Type="http://schemas.openxmlformats.org/officeDocument/2006/relationships/image" Target="/ppt/media/image9.png" Id="R76ed87fd4fbe4247" /><Relationship Type="http://schemas.openxmlformats.org/officeDocument/2006/relationships/slideLayout" Target="/ppt/slideLayouts/slideLayout10.xml" Id="R5a1a2f04223d4d7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572000" y="2281383"/>
            <a:ext cx="2353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Group</a:t>
            </a:r>
            <a:r>
              <a:rPr sz="24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Trebuchet MS"/>
                <a:cs typeface="Trebuchet MS"/>
              </a:rPr>
              <a:t>Members:-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1345" y="2281383"/>
            <a:ext cx="3505200" cy="1515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Group</a:t>
            </a:r>
            <a:r>
              <a:rPr sz="24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55" dirty="0">
                <a:solidFill>
                  <a:srgbClr val="FFFFFF"/>
                </a:solidFill>
                <a:latin typeface="Trebuchet MS"/>
                <a:cs typeface="Trebuchet MS"/>
              </a:rPr>
              <a:t>Number:-</a:t>
            </a:r>
            <a:r>
              <a:rPr lang="en-IN" sz="2400" spc="-55" dirty="0">
                <a:solidFill>
                  <a:srgbClr val="FFFFFF"/>
                </a:solidFill>
                <a:latin typeface="Trebuchet MS"/>
                <a:cs typeface="Trebuchet MS"/>
              </a:rPr>
              <a:t>36</a:t>
            </a: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lang="en-IN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r>
              <a:rPr lang="en-IN" dirty="0">
                <a:solidFill>
                  <a:srgbClr val="FFFFFF"/>
                </a:solidFill>
                <a:latin typeface="Sitka Heading Semibold" pitchFamily="2" charset="0"/>
                <a:cs typeface="Trebuchet MS"/>
              </a:rPr>
              <a:t>Course:- Digital VLSI Design</a:t>
            </a:r>
            <a:endParaRPr lang="en-IN" dirty="0">
              <a:latin typeface="Sitka Heading Semibold" pitchFamily="2" charset="0"/>
              <a:cs typeface="Trebuchet MS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r>
              <a:rPr lang="en-IN" dirty="0">
                <a:solidFill>
                  <a:srgbClr val="FFFFFF"/>
                </a:solidFill>
                <a:latin typeface="Sitka Heading Semibold" pitchFamily="2" charset="0"/>
                <a:cs typeface="Trebuchet MS"/>
              </a:rPr>
              <a:t>Prof.: Dr Anuj Grover</a:t>
            </a:r>
            <a:endParaRPr dirty="0">
              <a:latin typeface="Sitka Heading Semibold" pitchFamily="2" charset="0"/>
              <a:cs typeface="Trebuchet M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66749"/>
            <a:ext cx="7810151" cy="984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5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AOI322 - Domino Logic</a:t>
            </a:r>
            <a:endParaRPr lang="en-IN" sz="5800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0" y="2672543"/>
            <a:ext cx="4572000" cy="1238801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Arial MT"/>
                <a:cs typeface="Arial MT"/>
              </a:rPr>
              <a:t>Arpit Raj (2023132)</a:t>
            </a:r>
          </a:p>
          <a:p>
            <a:pPr marL="457200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Arial MT"/>
                <a:cs typeface="Arial MT"/>
              </a:rPr>
              <a:t>Yatin Singh (2023614)</a:t>
            </a:r>
          </a:p>
          <a:p>
            <a:pPr marL="457200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Arial MT"/>
                <a:cs typeface="Arial MT"/>
              </a:rPr>
              <a:t>Rithu Sagar (PhD24110)</a:t>
            </a:r>
          </a:p>
          <a:p>
            <a:pPr marL="457200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Arial MT"/>
                <a:cs typeface="Arial MT"/>
              </a:rPr>
              <a:t>Neeti Mishra (MT25130)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Schematic</a:t>
            </a:r>
            <a:r>
              <a:rPr spc="-90" dirty="0"/>
              <a:t> </a:t>
            </a:r>
            <a:r>
              <a:rPr dirty="0"/>
              <a:t>+</a:t>
            </a:r>
            <a:r>
              <a:rPr spc="-90" dirty="0"/>
              <a:t> </a:t>
            </a:r>
            <a:r>
              <a:rPr lang="en-IN" spc="-10" dirty="0"/>
              <a:t>Sizing</a:t>
            </a:r>
            <a:endParaRPr spc="-10" dirty="0"/>
          </a:p>
        </p:txBody>
      </p:sp>
      <p:sp>
        <p:nvSpPr>
          <p:cNvPr id="4" name="TextBox 3"/>
          <p:cNvSpPr txBox="1"/>
          <p:nvPr/>
        </p:nvSpPr>
        <p:spPr>
          <a:xfrm>
            <a:off x="6172200" y="4857825"/>
            <a:ext cx="11047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latin typeface="Times New Roman" pitchFamily="18" charset="0"/>
                <a:cs typeface="Times New Roman" pitchFamily="18" charset="0"/>
              </a:rPr>
              <a:t>Non-Complex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F27AD4-53BE-F1F4-B8A9-DCB4712E4C93}"/>
              </a:ext>
            </a:extLst>
          </p:cNvPr>
          <p:cNvSpPr txBox="1"/>
          <p:nvPr/>
        </p:nvSpPr>
        <p:spPr>
          <a:xfrm>
            <a:off x="1472510" y="4857823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latin typeface="Times New Roman" pitchFamily="18" charset="0"/>
                <a:cs typeface="Times New Roman" pitchFamily="18" charset="0"/>
              </a:rPr>
              <a:t>Complex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00CB3B5-4CFC-9DBB-35AB-B0162A1C400F}"/>
              </a:ext>
            </a:extLst>
          </p:cNvPr>
          <p:cNvPicPr>
            <a:picLocks noChangeAspect="1"/>
          </p:cNvPicPr>
          <p:nvPr/>
        </p:nvPicPr>
        <p:blipFill>
          <a:blip r:embed="R2768e8b18a5340fd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73" y="1129283"/>
            <a:ext cx="3922528" cy="3686535"/>
          </a:xfrm>
          <a:prstGeom prst="rect">
            <a:avLst/>
          </a:prstGeom>
          <a:effectLst>
            <a:outerShdw blurRad="63500" dist="50800" dir="5400000" algn="ctr" rotWithShape="0">
              <a:srgbClr val="000000">
                <a:alpha val="57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E884E51-4603-7AAC-C937-DA192F561C4A}"/>
              </a:ext>
            </a:extLst>
          </p:cNvPr>
          <p:cNvPicPr>
            <a:picLocks noChangeAspect="1"/>
          </p:cNvPicPr>
          <p:nvPr/>
        </p:nvPicPr>
        <p:blipFill>
          <a:blip r:embed="Rb242531555b7430c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57"/>
          <a:stretch>
            <a:fillRect/>
          </a:stretch>
        </p:blipFill>
        <p:spPr>
          <a:xfrm>
            <a:off x="4256048" y="1129283"/>
            <a:ext cx="4684528" cy="3686537"/>
          </a:xfrm>
          <a:prstGeom prst="rect">
            <a:avLst/>
          </a:prstGeom>
          <a:effectLst>
            <a:outerShdw blurRad="63500" dist="50800" dir="5400000" algn="ctr" rotWithShape="0">
              <a:srgbClr val="000000">
                <a:alpha val="57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7820" y="327679"/>
            <a:ext cx="708458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20" dirty="0"/>
              <a:t>Waveforms – both Complex and Non-complex</a:t>
            </a:r>
            <a:endParaRPr spc="-2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2DE239-A001-B02F-8D8A-B6ADE4E8FD6C}"/>
              </a:ext>
            </a:extLst>
          </p:cNvPr>
          <p:cNvPicPr>
            <a:picLocks noChangeAspect="1"/>
          </p:cNvPicPr>
          <p:nvPr/>
        </p:nvPicPr>
        <p:blipFill>
          <a:blip r:embed="Re01e86f244824d2c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64"/>
          <a:stretch>
            <a:fillRect/>
          </a:stretch>
        </p:blipFill>
        <p:spPr>
          <a:xfrm>
            <a:off x="228600" y="1276350"/>
            <a:ext cx="4419600" cy="2895600"/>
          </a:xfrm>
          <a:prstGeom prst="rect">
            <a:avLst/>
          </a:prstGeom>
          <a:effectLst>
            <a:outerShdw blurRad="63500" dist="50800" dir="5400000" algn="ctr" rotWithShape="0">
              <a:srgbClr val="000000">
                <a:alpha val="57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6B1F9E-AB50-5DA1-2C84-76CB933060C0}"/>
              </a:ext>
            </a:extLst>
          </p:cNvPr>
          <p:cNvPicPr>
            <a:picLocks noChangeAspect="1"/>
          </p:cNvPicPr>
          <p:nvPr/>
        </p:nvPicPr>
        <p:blipFill>
          <a:blip r:embed="R05400c48616a49fc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1276350"/>
            <a:ext cx="4165897" cy="2895600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  <a:outerShdw blurRad="63500" dist="50800" dir="5400000" algn="ctr" rotWithShape="0">
              <a:srgbClr val="000000">
                <a:alpha val="57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74FF9A-720A-500C-682C-311989EDAE8D}"/>
              </a:ext>
            </a:extLst>
          </p:cNvPr>
          <p:cNvSpPr txBox="1"/>
          <p:nvPr/>
        </p:nvSpPr>
        <p:spPr>
          <a:xfrm>
            <a:off x="2043900" y="4389112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latin typeface="Times New Roman" pitchFamily="18" charset="0"/>
                <a:cs typeface="Times New Roman" pitchFamily="18" charset="0"/>
              </a:rPr>
              <a:t>Complex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D03F37-0F56-4F9E-2DE8-4D0EC6295FB8}"/>
              </a:ext>
            </a:extLst>
          </p:cNvPr>
          <p:cNvSpPr txBox="1"/>
          <p:nvPr/>
        </p:nvSpPr>
        <p:spPr>
          <a:xfrm>
            <a:off x="6331153" y="4384644"/>
            <a:ext cx="11047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latin typeface="Times New Roman" pitchFamily="18" charset="0"/>
                <a:cs typeface="Times New Roman" pitchFamily="18" charset="0"/>
              </a:rPr>
              <a:t>Non-Complex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F37E5-F6B3-EDAF-263E-6CBEA1B42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79AEF83-11A7-4334-BDD8-1A15B3E155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20" dirty="0"/>
              <a:t>Input Stimuli and Delay Comparison</a:t>
            </a:r>
            <a:endParaRPr spc="-2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685F0B3-C105-2A94-4BE4-102E46E404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989331"/>
              </p:ext>
            </p:extLst>
          </p:nvPr>
        </p:nvGraphicFramePr>
        <p:xfrm>
          <a:off x="342900" y="1352550"/>
          <a:ext cx="8458200" cy="37186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188583813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3202201367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7029943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9346382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169859295"/>
                    </a:ext>
                  </a:extLst>
                </a:gridCol>
              </a:tblGrid>
              <a:tr h="36589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Fall Contam.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Fall Propag.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Fall Contam.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Fall Propag.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138485"/>
                  </a:ext>
                </a:extLst>
              </a:tr>
              <a:tr h="628066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PVT</a:t>
                      </a:r>
                    </a:p>
                    <a:p>
                      <a:pPr algn="ctr"/>
                      <a:r>
                        <a:rPr lang="en-IN" sz="2000" b="1" dirty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Corners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Stimuli:-</a:t>
                      </a:r>
                    </a:p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  <a:sym typeface="Wingdings" panose="05000000000000000000" pitchFamily="2" charset="2"/>
                        </a:rPr>
                        <a:t>B,C,E,G: 1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A,D,F,CLK: 0 </a:t>
                      </a:r>
                      <a:r>
                        <a:rPr lang="en-IN" sz="1400" b="1" dirty="0">
                          <a:solidFill>
                            <a:schemeClr val="bg1"/>
                          </a:solidFill>
                          <a:sym typeface="Wingdings" panose="05000000000000000000" pitchFamily="2" charset="2"/>
                        </a:rPr>
                        <a:t> 1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Stimuli:- </a:t>
                      </a:r>
                    </a:p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  <a:sym typeface="Wingdings" panose="05000000000000000000" pitchFamily="2" charset="2"/>
                        </a:rPr>
                        <a:t>A,B: 1</a:t>
                      </a:r>
                    </a:p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  <a:sym typeface="Wingdings" panose="05000000000000000000" pitchFamily="2" charset="2"/>
                        </a:rPr>
                        <a:t>D,E,F,G: 0</a:t>
                      </a:r>
                    </a:p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  <a:sym typeface="Wingdings" panose="05000000000000000000" pitchFamily="2" charset="2"/>
                        </a:rPr>
                        <a:t>C, CLK: 0  1</a:t>
                      </a:r>
                      <a:endParaRPr lang="en-IN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Stimuli:- </a:t>
                      </a:r>
                    </a:p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B, C, E, G =1 (always)</a:t>
                      </a:r>
                    </a:p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Pre: A,D,F,CLK = 0</a:t>
                      </a:r>
                    </a:p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Post: A,D,F,CLK:0</a:t>
                      </a:r>
                      <a:r>
                        <a:rPr lang="en-IN" sz="1400" b="1" dirty="0">
                          <a:solidFill>
                            <a:schemeClr val="bg1"/>
                          </a:solidFill>
                          <a:sym typeface="Wingdings" panose="05000000000000000000" pitchFamily="2" charset="2"/>
                        </a:rPr>
                        <a:t>1</a:t>
                      </a:r>
                      <a:endParaRPr lang="en-IN" sz="1400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Stimuli:-</a:t>
                      </a:r>
                    </a:p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C, G = 0 (always)</a:t>
                      </a:r>
                    </a:p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Pre: A,B,D,E,F=1, CLK=0</a:t>
                      </a:r>
                    </a:p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Post: CLK = 0</a:t>
                      </a:r>
                      <a:r>
                        <a:rPr lang="en-IN" sz="1400" b="1" dirty="0">
                          <a:solidFill>
                            <a:schemeClr val="bg1"/>
                          </a:solidFill>
                          <a:sym typeface="Wingdings" panose="05000000000000000000" pitchFamily="2" charset="2"/>
                        </a:rPr>
                        <a:t>1</a:t>
                      </a:r>
                      <a:endParaRPr lang="en-IN" sz="1400" b="1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933673"/>
                  </a:ext>
                </a:extLst>
              </a:tr>
              <a:tr h="349232">
                <a:tc>
                  <a:txBody>
                    <a:bodyPr/>
                    <a:lstStyle/>
                    <a:p>
                      <a:r>
                        <a:rPr lang="en-IN" b="1" dirty="0"/>
                        <a:t>SS, 1.08V, 125C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0.33020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0.37738 ns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0.41567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0.44009 ns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140874"/>
                  </a:ext>
                </a:extLst>
              </a:tr>
              <a:tr h="349232">
                <a:tc>
                  <a:txBody>
                    <a:bodyPr/>
                    <a:lstStyle/>
                    <a:p>
                      <a:r>
                        <a:rPr lang="en-IN" b="1" dirty="0"/>
                        <a:t>SS, 1.08V, 25C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0.29925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0.34262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0.37935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0.40142 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6040463"/>
                  </a:ext>
                </a:extLst>
              </a:tr>
              <a:tr h="349232">
                <a:tc>
                  <a:txBody>
                    <a:bodyPr/>
                    <a:lstStyle/>
                    <a:p>
                      <a:r>
                        <a:rPr lang="en-IN" b="1" dirty="0"/>
                        <a:t>SS, 1.08V, -40C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0.27383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0.31044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0.34906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0.36928 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964471"/>
                  </a:ext>
                </a:extLst>
              </a:tr>
              <a:tr h="349232">
                <a:tc>
                  <a:txBody>
                    <a:bodyPr/>
                    <a:lstStyle/>
                    <a:p>
                      <a:r>
                        <a:rPr lang="en-IN" b="1" dirty="0"/>
                        <a:t>TT, 1.20V, 25C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0.20358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0.22241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0.29352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0.30799 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521059"/>
                  </a:ext>
                </a:extLst>
              </a:tr>
              <a:tr h="349232">
                <a:tc>
                  <a:txBody>
                    <a:bodyPr/>
                    <a:lstStyle/>
                    <a:p>
                      <a:r>
                        <a:rPr lang="en-IN" b="1" dirty="0"/>
                        <a:t>FF, 1.32V, 125C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0.16684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0.17670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0.24838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0.25903 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584732"/>
                  </a:ext>
                </a:extLst>
              </a:tr>
              <a:tr h="349232">
                <a:tc>
                  <a:txBody>
                    <a:bodyPr/>
                    <a:lstStyle/>
                    <a:p>
                      <a:r>
                        <a:rPr lang="en-IN" b="1" dirty="0"/>
                        <a:t>FF, 1.32V, -40C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0.13749 ns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0.14587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0.20885 ns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0.21704 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50025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5DD7C23-5490-424C-FBED-B5CBD6D457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73555"/>
              </p:ext>
            </p:extLst>
          </p:nvPr>
        </p:nvGraphicFramePr>
        <p:xfrm>
          <a:off x="342900" y="981710"/>
          <a:ext cx="84582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7160">
                  <a:extLst>
                    <a:ext uri="{9D8B030D-6E8A-4147-A177-3AD203B41FA5}">
                      <a16:colId xmlns:a16="http://schemas.microsoft.com/office/drawing/2014/main" val="2299773369"/>
                    </a:ext>
                  </a:extLst>
                </a:gridCol>
                <a:gridCol w="3322040">
                  <a:extLst>
                    <a:ext uri="{9D8B030D-6E8A-4147-A177-3AD203B41FA5}">
                      <a16:colId xmlns:a16="http://schemas.microsoft.com/office/drawing/2014/main" val="2162859747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1377768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ritannic Bold" panose="020B0903060703020204" pitchFamily="34" charset="0"/>
                        </a:rPr>
                        <a:t>COMPLEX 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ritannic Bold" panose="020B0903060703020204" pitchFamily="34" charset="0"/>
                        </a:rPr>
                        <a:t>NON - COMPLEX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7600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7116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Stick</a:t>
            </a:r>
            <a:r>
              <a:rPr spc="-65" dirty="0"/>
              <a:t> </a:t>
            </a:r>
            <a:r>
              <a:rPr spc="-10" dirty="0"/>
              <a:t>Diagram</a:t>
            </a:r>
            <a:r>
              <a:rPr lang="en-IN" spc="-10" dirty="0"/>
              <a:t> – For Complex Gate</a:t>
            </a:r>
            <a:endParaRPr spc="-1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73264A-B583-F090-2C1E-0C72CD2A293C}"/>
              </a:ext>
            </a:extLst>
          </p:cNvPr>
          <p:cNvPicPr>
            <a:picLocks noChangeAspect="1"/>
          </p:cNvPicPr>
          <p:nvPr/>
        </p:nvPicPr>
        <p:blipFill>
          <a:blip r:embed="Rd84c86ff7507495d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71550"/>
            <a:ext cx="7467600" cy="40838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345304"/>
            <a:ext cx="28935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45" dirty="0"/>
              <a:t>Work Distribution</a:t>
            </a:r>
            <a:endParaRPr spc="-1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31482D-084A-32D2-B190-16F3443168A3}"/>
              </a:ext>
            </a:extLst>
          </p:cNvPr>
          <p:cNvSpPr txBox="1"/>
          <p:nvPr/>
        </p:nvSpPr>
        <p:spPr>
          <a:xfrm>
            <a:off x="533400" y="971550"/>
            <a:ext cx="768992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/>
              <a:t>Complex:</a:t>
            </a:r>
          </a:p>
          <a:p>
            <a:r>
              <a:rPr lang="en-IN" sz="1600" dirty="0"/>
              <a:t>  1. Arpit Raj – Schematic and its Sizing, Input Stimuli (complex), PPT, Presentation</a:t>
            </a:r>
          </a:p>
          <a:p>
            <a:r>
              <a:rPr lang="en-IN" sz="1600" dirty="0"/>
              <a:t>  2. Yatin Singh – Stick Diagram, Eldo Simulations across PVTs, Xcircuit</a:t>
            </a:r>
          </a:p>
          <a:p>
            <a:endParaRPr lang="en-IN" sz="1600" dirty="0"/>
          </a:p>
          <a:p>
            <a:r>
              <a:rPr lang="en-IN" sz="1600" b="1" dirty="0"/>
              <a:t>Non-Complex:</a:t>
            </a:r>
          </a:p>
          <a:p>
            <a:r>
              <a:rPr lang="en-IN" sz="1600" dirty="0"/>
              <a:t>  3. Rithu Sagar – Schematic and its Sizing, Eldo Simulations, Presentation</a:t>
            </a:r>
          </a:p>
          <a:p>
            <a:r>
              <a:rPr lang="en-IN" sz="1600" dirty="0"/>
              <a:t>  4. Neeti Mishra – Xcircuit, Eldo Simulations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17C1BD-BA5C-0390-6187-17ED39BBBF1C}"/>
              </a:ext>
            </a:extLst>
          </p:cNvPr>
          <p:cNvPicPr>
            <a:picLocks noChangeAspect="1"/>
          </p:cNvPicPr>
          <p:nvPr/>
        </p:nvPicPr>
        <p:blipFill>
          <a:blip r:embed="R39cb89540b9a412b"/>
          <a:stretch>
            <a:fillRect/>
          </a:stretch>
        </p:blipFill>
        <p:spPr>
          <a:xfrm>
            <a:off x="533400" y="2787432"/>
            <a:ext cx="8077200" cy="5666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BC5D85-7E85-9DAF-2EEE-F686006D09F6}"/>
              </a:ext>
            </a:extLst>
          </p:cNvPr>
          <p:cNvSpPr txBox="1"/>
          <p:nvPr/>
        </p:nvSpPr>
        <p:spPr>
          <a:xfrm>
            <a:off x="533400" y="3409950"/>
            <a:ext cx="47131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IN" sz="1600" dirty="0"/>
              <a:t>Complex and Non-Complex Layout Design</a:t>
            </a:r>
          </a:p>
          <a:p>
            <a:pPr marL="342900" indent="-342900">
              <a:buAutoNum type="arabicPeriod"/>
            </a:pPr>
            <a:r>
              <a:rPr lang="en-IN" sz="1600" dirty="0"/>
              <a:t>Final Sizing (depending upon layout)</a:t>
            </a:r>
          </a:p>
          <a:p>
            <a:pPr marL="342900" indent="-342900">
              <a:buAutoNum type="arabicPeriod"/>
            </a:pPr>
            <a:r>
              <a:rPr lang="en-IN" sz="1600" dirty="0"/>
              <a:t>Complex and Non-Complex Gate Comparison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925A95-559E-6BCC-B254-1EB8CD052705}"/>
              </a:ext>
            </a:extLst>
          </p:cNvPr>
          <p:cNvSpPr txBox="1"/>
          <p:nvPr/>
        </p:nvSpPr>
        <p:spPr>
          <a:xfrm>
            <a:off x="2902985" y="4341704"/>
            <a:ext cx="3493501" cy="523220"/>
          </a:xfrm>
          <a:prstGeom prst="rect">
            <a:avLst/>
          </a:prstGeom>
          <a:noFill/>
          <a:effectLst>
            <a:outerShdw blurRad="25400" dist="50800" dir="5400000" algn="ctr" rotWithShape="0">
              <a:srgbClr val="000000">
                <a:alpha val="19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Eras Bold ITC" panose="020B0907030504020204" pitchFamily="34" charset="0"/>
              </a:rPr>
              <a:t>THANK YOU !!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572000" y="2281383"/>
            <a:ext cx="2353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Group</a:t>
            </a:r>
            <a:r>
              <a:rPr sz="24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Trebuchet MS"/>
                <a:cs typeface="Trebuchet MS"/>
              </a:rPr>
              <a:t>Members:-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1345" y="2281383"/>
            <a:ext cx="3505200" cy="1515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Group</a:t>
            </a:r>
            <a:r>
              <a:rPr sz="24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55" dirty="0">
                <a:solidFill>
                  <a:srgbClr val="FFFFFF"/>
                </a:solidFill>
                <a:latin typeface="Trebuchet MS"/>
                <a:cs typeface="Trebuchet MS"/>
              </a:rPr>
              <a:t>Number:-</a:t>
            </a:r>
            <a:r>
              <a:rPr lang="en-IN" sz="2400" spc="-55" dirty="0">
                <a:solidFill>
                  <a:srgbClr val="FFFFFF"/>
                </a:solidFill>
                <a:latin typeface="Trebuchet MS"/>
                <a:cs typeface="Trebuchet MS"/>
              </a:rPr>
              <a:t>36</a:t>
            </a: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lang="en-IN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r>
              <a:rPr lang="en-IN" dirty="0">
                <a:solidFill>
                  <a:srgbClr val="FFFFFF"/>
                </a:solidFill>
                <a:latin typeface="Sitka Heading Semibold" pitchFamily="2" charset="0"/>
                <a:cs typeface="Trebuchet MS"/>
              </a:rPr>
              <a:t>Course:- Digital VLSI Design</a:t>
            </a:r>
            <a:endParaRPr lang="en-IN" dirty="0">
              <a:latin typeface="Sitka Heading Semibold" pitchFamily="2" charset="0"/>
              <a:cs typeface="Trebuchet MS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r>
              <a:rPr lang="en-IN" dirty="0">
                <a:solidFill>
                  <a:srgbClr val="FFFFFF"/>
                </a:solidFill>
                <a:latin typeface="Sitka Heading Semibold" pitchFamily="2" charset="0"/>
                <a:cs typeface="Trebuchet MS"/>
              </a:rPr>
              <a:t>Prof.: Dr Anuj Grover</a:t>
            </a:r>
            <a:endParaRPr dirty="0">
              <a:latin typeface="Sitka Heading Semibold" pitchFamily="2" charset="0"/>
              <a:cs typeface="Trebuchet M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66749"/>
            <a:ext cx="7810151" cy="984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5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AOI322 - Domino Logic</a:t>
            </a:r>
            <a:endParaRPr lang="en-IN" sz="5800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0" y="2672543"/>
            <a:ext cx="4572000" cy="1238801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Arial MT"/>
                <a:cs typeface="Arial MT"/>
              </a:rPr>
              <a:t>Arpit Raj (2023132)</a:t>
            </a:r>
          </a:p>
          <a:p>
            <a:pPr marL="457200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Arial MT"/>
                <a:cs typeface="Arial MT"/>
              </a:rPr>
              <a:t>Yatin Singh (2023614)</a:t>
            </a:r>
          </a:p>
          <a:p>
            <a:pPr marL="457200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Arial MT"/>
                <a:cs typeface="Arial MT"/>
              </a:rPr>
              <a:t>Rithu Sagar (PhD24110)</a:t>
            </a:r>
          </a:p>
          <a:p>
            <a:pPr marL="457200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Arial MT"/>
                <a:cs typeface="Arial MT"/>
              </a:rPr>
              <a:t>Neeti Mishra (MT25130)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Schematic</a:t>
            </a:r>
            <a:r>
              <a:rPr spc="-90" dirty="0"/>
              <a:t> </a:t>
            </a:r>
            <a:r>
              <a:rPr dirty="0"/>
              <a:t>+</a:t>
            </a:r>
            <a:r>
              <a:rPr spc="-90" dirty="0"/>
              <a:t> </a:t>
            </a:r>
            <a:r>
              <a:rPr lang="en-IN" spc="-10" dirty="0"/>
              <a:t>Sizing</a:t>
            </a:r>
            <a:endParaRPr spc="-10" dirty="0"/>
          </a:p>
        </p:txBody>
      </p:sp>
      <p:sp>
        <p:nvSpPr>
          <p:cNvPr id="4" name="TextBox 3"/>
          <p:cNvSpPr txBox="1"/>
          <p:nvPr/>
        </p:nvSpPr>
        <p:spPr>
          <a:xfrm>
            <a:off x="6172200" y="4857825"/>
            <a:ext cx="11047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latin typeface="Times New Roman" pitchFamily="18" charset="0"/>
                <a:cs typeface="Times New Roman" pitchFamily="18" charset="0"/>
              </a:rPr>
              <a:t>Non-Complex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D9F27AD4-53BE-F1F4-B8A9-DCB4712E4C93}"/>
              </a:ext>
            </a:extLst>
          </p:cNvPr>
          <p:cNvSpPr txBox="1"/>
          <p:nvPr/>
        </p:nvSpPr>
        <p:spPr>
          <a:xfrm>
            <a:off x="1472510" y="4857823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latin typeface="Times New Roman" pitchFamily="18" charset="0"/>
                <a:cs typeface="Times New Roman" pitchFamily="18" charset="0"/>
              </a:rPr>
              <a:t>Complex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00CB3B5-4CFC-9DBB-35AB-B0162A1C400F}"/>
              </a:ext>
            </a:extLst>
          </p:cNvPr>
          <p:cNvPicPr>
            <a:picLocks noChangeAspect="1"/>
          </p:cNvPicPr>
          <p:nvPr/>
        </p:nvPicPr>
        <p:blipFill>
          <a:blip r:embed="R2e1d8a30328e417a"/>
          <a:stretch>
            <a:fillRect/>
          </a:stretch>
        </p:blipFill>
        <p:spPr>
          <a:xfrm>
            <a:off x="192273" y="1128087"/>
            <a:ext cx="3861568" cy="3688926"/>
          </a:xfrm>
          <a:prstGeom prst="rect">
            <a:avLst/>
          </a:prstGeom>
          <a:effectLst>
            <a:outerShdw blurRad="63500" dist="50800" dir="5400000" algn="ctr" rotWithShape="0">
              <a:srgbClr val="000000">
                <a:alpha val="57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4E884E51-4603-7AAC-C937-DA192F561C4A}"/>
              </a:ext>
            </a:extLst>
          </p:cNvPr>
          <p:cNvPicPr>
            <a:picLocks noChangeAspect="1"/>
          </p:cNvPicPr>
          <p:nvPr/>
        </p:nvPicPr>
        <p:blipFill>
          <a:blip r:embed="Rc632f5df5fed46b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57"/>
          <a:stretch>
            <a:fillRect/>
          </a:stretch>
        </p:blipFill>
        <p:spPr>
          <a:xfrm>
            <a:off x="4256048" y="1129283"/>
            <a:ext cx="4684528" cy="3686537"/>
          </a:xfrm>
          <a:prstGeom prst="rect">
            <a:avLst/>
          </a:prstGeom>
          <a:effectLst>
            <a:outerShdw blurRad="63500" dist="50800" dir="5400000" algn="ctr" rotWithShape="0">
              <a:srgbClr val="000000">
                <a:alpha val="57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703C884C-801B-E3B2-F680-A1B668C5C71D}"/>
              </a:ext>
            </a:extLst>
          </p:cNvPr>
          <p:cNvPicPr>
            <a:picLocks noChangeAspect="1"/>
          </p:cNvPicPr>
          <p:nvPr/>
        </p:nvPicPr>
        <p:blipFill>
          <a:blip r:embed="Rb0d0193cc4054ba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249152"/>
            <a:ext cx="1162212" cy="5811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CEBE0A5C-5656-97FC-D28A-7E1A215839C9}"/>
              </a:ext>
            </a:extLst>
          </p:cNvPr>
          <p:cNvPicPr>
            <a:picLocks noChangeAspect="1"/>
          </p:cNvPicPr>
          <p:nvPr/>
        </p:nvPicPr>
        <p:blipFill>
          <a:blip r:embed="Rfaf0d303effa4165"/>
          <a:stretch>
            <a:fillRect/>
          </a:stretch>
        </p:blipFill>
        <p:spPr>
          <a:xfrm>
            <a:off x="8305800" y="182895"/>
            <a:ext cx="557447" cy="3314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121630"/>
            <a:ext cx="31242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Layouts (Complex)</a:t>
            </a:r>
            <a:endParaRPr spc="-1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5642AAF-790B-CA27-11DB-DCFB3DCD4026}"/>
              </a:ext>
            </a:extLst>
          </p:cNvPr>
          <p:cNvPicPr>
            <a:picLocks noChangeAspect="1"/>
          </p:cNvPicPr>
          <p:nvPr/>
        </p:nvPicPr>
        <p:blipFill>
          <a:blip r:embed="R6cac7717945b438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03" y="738807"/>
            <a:ext cx="4396244" cy="34692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F87E1905-FC1A-6140-334C-6583AB1B6372}"/>
              </a:ext>
            </a:extLst>
          </p:cNvPr>
          <p:cNvPicPr>
            <a:picLocks noChangeAspect="1"/>
          </p:cNvPicPr>
          <p:nvPr/>
        </p:nvPicPr>
        <p:blipFill>
          <a:blip r:embed="R63a9c8a4b71d4ac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4110" y="738807"/>
            <a:ext cx="4384287" cy="34692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D641616F-930C-1332-CAF7-FB1B65FD9965}"/>
              </a:ext>
            </a:extLst>
          </p:cNvPr>
          <p:cNvSpPr txBox="1"/>
          <p:nvPr/>
        </p:nvSpPr>
        <p:spPr>
          <a:xfrm>
            <a:off x="143744" y="4220145"/>
            <a:ext cx="436279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/>
              <a:t>Layout-1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Area = </a:t>
            </a:r>
            <a:r>
              <a:rPr lang="en-IN" sz="1200" b="1" dirty="0">
                <a:highlight>
                  <a:srgbClr val="FFFF00"/>
                </a:highlight>
              </a:rPr>
              <a:t>7.709 um2 </a:t>
            </a:r>
            <a:r>
              <a:rPr lang="en-IN" sz="1200" dirty="0"/>
              <a:t>(13 Horizontal Tracks)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Routability issues (Pins)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Tracks are not well-defined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B9D2B0B0-E8DE-9691-13E0-68F47B41E9E8}"/>
              </a:ext>
            </a:extLst>
          </p:cNvPr>
          <p:cNvSpPr txBox="1"/>
          <p:nvPr/>
        </p:nvSpPr>
        <p:spPr>
          <a:xfrm>
            <a:off x="4614110" y="4220145"/>
            <a:ext cx="436279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/>
              <a:t>Layout-2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Area = </a:t>
            </a:r>
            <a:r>
              <a:rPr lang="en-IN" sz="1200" b="1" dirty="0">
                <a:highlight>
                  <a:srgbClr val="FFFF00"/>
                </a:highlight>
              </a:rPr>
              <a:t>7.8 um2 </a:t>
            </a:r>
            <a:r>
              <a:rPr lang="en-IN" sz="1200" dirty="0"/>
              <a:t>(13 Horizontal and 15 Vertical Tracks)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Pins are made based on 2 intersections of M2 and M3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Tracks are properly defined (Grid-Based Layout)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A6BEED6-A305-CCA1-CF7A-3BD39093F158}"/>
              </a:ext>
            </a:extLst>
          </p:cNvPr>
          <p:cNvPicPr>
            <a:picLocks noChangeAspect="1"/>
          </p:cNvPicPr>
          <p:nvPr/>
        </p:nvPicPr>
        <p:blipFill>
          <a:blip r:embed="R0474015b433740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400" y="137722"/>
            <a:ext cx="1162212" cy="5811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2A85C1F0-C37D-03CD-BA87-7F20D19B0FB5}"/>
              </a:ext>
            </a:extLst>
          </p:cNvPr>
          <p:cNvPicPr>
            <a:picLocks noChangeAspect="1"/>
          </p:cNvPicPr>
          <p:nvPr/>
        </p:nvPicPr>
        <p:blipFill>
          <a:blip r:embed="Rfdbb56cc40904958"/>
          <a:stretch>
            <a:fillRect/>
          </a:stretch>
        </p:blipFill>
        <p:spPr>
          <a:xfrm>
            <a:off x="8305800" y="182895"/>
            <a:ext cx="557447" cy="3314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D1FAD40-C2C6-B1C8-8CE1-36CD3F2AB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D62E0730-5701-55A8-A069-AA2B9CA8AA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133350"/>
            <a:ext cx="39624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Layouts (Non-Complex)</a:t>
            </a:r>
            <a:endParaRPr spc="-1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64E890DE-515A-DC1F-94B1-769A0E3F1046}"/>
              </a:ext>
            </a:extLst>
          </p:cNvPr>
          <p:cNvPicPr>
            <a:picLocks noChangeAspect="1"/>
          </p:cNvPicPr>
          <p:nvPr/>
        </p:nvPicPr>
        <p:blipFill>
          <a:blip r:embed="R74670dc5d0c04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66750"/>
            <a:ext cx="5181600" cy="20720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E375F18A-DD2E-A3B1-9CC0-F7624D3AD17C}"/>
              </a:ext>
            </a:extLst>
          </p:cNvPr>
          <p:cNvPicPr>
            <a:picLocks noChangeAspect="1"/>
          </p:cNvPicPr>
          <p:nvPr/>
        </p:nvPicPr>
        <p:blipFill>
          <a:blip r:embed="R6a54c4ad12e14eaa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789569"/>
            <a:ext cx="5181600" cy="223750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cIda2714a8acd3f4b3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xmlns="" id="{46F9CDE3-178E-295A-30F8-F69E09277457}"/>
                  </a:ext>
                </a:extLst>
              </p14:cNvPr>
              <p14:cNvContentPartPr/>
              <p14:nvPr/>
            </p14:nvContentPartPr>
            <p14:xfrm>
              <a:off x="5638800" y="847060"/>
              <a:ext cx="1929344" cy="415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6F9CDE3-178E-295A-30F8-F69E09277457}"/>
                  </a:ext>
                </a:extLst>
              </p:cNvPr>
              <p:cNvPicPr/>
              <p:nvPr/>
            </p:nvPicPr>
            <p:blipFill>
              <a:blip r:embed="R26a3e016a8134bdc"/>
              <a:stretch>
                <a:fillRect/>
              </a:stretch>
            </p:blipFill>
            <p:spPr>
              <a:xfrm>
                <a:off x="5575808" y="784420"/>
                <a:ext cx="2054967" cy="54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cId2b2393f5801b4dfe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xmlns="" id="{7ABD1D1A-26F9-6141-7E59-1894DDDB7CD7}"/>
                  </a:ext>
                </a:extLst>
              </p14:cNvPr>
              <p14:cNvContentPartPr/>
              <p14:nvPr/>
            </p14:nvContentPartPr>
            <p14:xfrm>
              <a:off x="6035985" y="839140"/>
              <a:ext cx="2989440" cy="1810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ABD1D1A-26F9-6141-7E59-1894DDDB7CD7}"/>
                  </a:ext>
                </a:extLst>
              </p:cNvPr>
              <p:cNvPicPr/>
              <p:nvPr/>
            </p:nvPicPr>
            <p:blipFill>
              <a:blip r:embed="Rcbe5396281fc4f00"/>
              <a:stretch>
                <a:fillRect/>
              </a:stretch>
            </p:blipFill>
            <p:spPr>
              <a:xfrm>
                <a:off x="5973345" y="776500"/>
                <a:ext cx="311508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cId7dbc0d1a192046f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xmlns="" id="{042E6A9E-E0DC-71D5-1535-E7596CEA0BC5}"/>
                  </a:ext>
                </a:extLst>
              </p14:cNvPr>
              <p14:cNvContentPartPr/>
              <p14:nvPr/>
            </p14:nvContentPartPr>
            <p14:xfrm>
              <a:off x="5546025" y="899260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42E6A9E-E0DC-71D5-1535-E7596CEA0BC5}"/>
                  </a:ext>
                </a:extLst>
              </p:cNvPr>
              <p:cNvPicPr/>
              <p:nvPr/>
            </p:nvPicPr>
            <p:blipFill>
              <a:blip r:embed="Rb089f7b971ba4b21"/>
              <a:stretch>
                <a:fillRect/>
              </a:stretch>
            </p:blipFill>
            <p:spPr>
              <a:xfrm>
                <a:off x="5483025" y="83662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cIdad65a193e11d40c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xmlns="" id="{69F66C7A-BF0B-C9CF-9CAE-31698184A9A8}"/>
                  </a:ext>
                </a:extLst>
              </p14:cNvPr>
              <p14:cNvContentPartPr/>
              <p14:nvPr/>
            </p14:nvContentPartPr>
            <p14:xfrm>
              <a:off x="5504448" y="889584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9F66C7A-BF0B-C9CF-9CAE-31698184A9A8}"/>
                  </a:ext>
                </a:extLst>
              </p:cNvPr>
              <p:cNvPicPr/>
              <p:nvPr/>
            </p:nvPicPr>
            <p:blipFill>
              <a:blip r:embed="Rb089f7b971ba4b21"/>
              <a:stretch>
                <a:fillRect/>
              </a:stretch>
            </p:blipFill>
            <p:spPr>
              <a:xfrm>
                <a:off x="5441808" y="826944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5585250-7D1B-6561-82DC-82C70B3D1D8A}"/>
              </a:ext>
            </a:extLst>
          </p:cNvPr>
          <p:cNvSpPr txBox="1"/>
          <p:nvPr/>
        </p:nvSpPr>
        <p:spPr>
          <a:xfrm>
            <a:off x="5791200" y="1358661"/>
            <a:ext cx="3124200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Layout-1</a:t>
            </a:r>
          </a:p>
          <a:p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Area = </a:t>
            </a:r>
            <a:r>
              <a:rPr lang="en-IN" sz="12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17.615 um2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Characteristics: Less Shared Diffusion, More Area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6C5F437C-2CF8-90D9-E80E-5547C852A307}"/>
              </a:ext>
            </a:extLst>
          </p:cNvPr>
          <p:cNvSpPr txBox="1"/>
          <p:nvPr/>
        </p:nvSpPr>
        <p:spPr>
          <a:xfrm>
            <a:off x="5791200" y="3486150"/>
            <a:ext cx="3124200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Layout-2</a:t>
            </a:r>
          </a:p>
          <a:p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Area = </a:t>
            </a:r>
            <a:r>
              <a:rPr lang="en-IN" sz="12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15.361 um2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Characteristics: Dense Layout, Lesser Area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xmlns="" id="{869EBBCB-D1DC-91DA-45A9-B29BB5341C27}"/>
              </a:ext>
            </a:extLst>
          </p:cNvPr>
          <p:cNvPicPr>
            <a:picLocks noChangeAspect="1"/>
          </p:cNvPicPr>
          <p:nvPr/>
        </p:nvPicPr>
        <p:blipFill>
          <a:blip r:embed="R683ec88cda844bfb"/>
          <a:stretch>
            <a:fillRect/>
          </a:stretch>
        </p:blipFill>
        <p:spPr>
          <a:xfrm>
            <a:off x="7660559" y="340675"/>
            <a:ext cx="1162212" cy="58110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93F7C879-C3A6-0176-F8DF-558484783774}"/>
              </a:ext>
            </a:extLst>
          </p:cNvPr>
          <p:cNvPicPr>
            <a:picLocks noChangeAspect="1"/>
          </p:cNvPicPr>
          <p:nvPr/>
        </p:nvPicPr>
        <p:blipFill>
          <a:blip r:embed="R2d5678873da44073"/>
          <a:stretch>
            <a:fillRect/>
          </a:stretch>
        </p:blipFill>
        <p:spPr>
          <a:xfrm>
            <a:off x="8305800" y="182895"/>
            <a:ext cx="557447" cy="331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141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133350"/>
            <a:ext cx="365760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45" dirty="0"/>
              <a:t>DRC and LVS Reports</a:t>
            </a:r>
            <a:endParaRPr spc="-1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86889AA5-FA5E-CF80-7EF1-CF7A776282FD}"/>
              </a:ext>
            </a:extLst>
          </p:cNvPr>
          <p:cNvPicPr>
            <a:picLocks noChangeAspect="1"/>
          </p:cNvPicPr>
          <p:nvPr/>
        </p:nvPicPr>
        <p:blipFill>
          <a:blip r:embed="Rb230e3a016db49e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9" b="586"/>
          <a:stretch>
            <a:fillRect/>
          </a:stretch>
        </p:blipFill>
        <p:spPr>
          <a:xfrm>
            <a:off x="228600" y="674522"/>
            <a:ext cx="3890651" cy="2493142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FCEB7976-A0BA-03FF-B820-FA450996AEBA}"/>
              </a:ext>
            </a:extLst>
          </p:cNvPr>
          <p:cNvPicPr>
            <a:picLocks noChangeAspect="1"/>
          </p:cNvPicPr>
          <p:nvPr/>
        </p:nvPicPr>
        <p:blipFill>
          <a:blip r:embed="R016df690b00543b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95" b="5046"/>
          <a:stretch>
            <a:fillRect/>
          </a:stretch>
        </p:blipFill>
        <p:spPr>
          <a:xfrm>
            <a:off x="4809893" y="686299"/>
            <a:ext cx="3790896" cy="2429219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ED39155D-2E6E-C724-ECE0-94586F728FB0}"/>
              </a:ext>
            </a:extLst>
          </p:cNvPr>
          <p:cNvPicPr>
            <a:picLocks noChangeAspect="1"/>
          </p:cNvPicPr>
          <p:nvPr/>
        </p:nvPicPr>
        <p:blipFill>
          <a:blip r:embed="Rec169818bdde48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652744"/>
            <a:ext cx="3890651" cy="2357406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663A7EA9-FEC2-861D-BC68-3EEF99FCB62F}"/>
              </a:ext>
            </a:extLst>
          </p:cNvPr>
          <p:cNvPicPr>
            <a:picLocks noChangeAspect="1"/>
          </p:cNvPicPr>
          <p:nvPr/>
        </p:nvPicPr>
        <p:blipFill>
          <a:blip r:embed="R17794dcfd7034cae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03" b="15011"/>
          <a:stretch>
            <a:fillRect/>
          </a:stretch>
        </p:blipFill>
        <p:spPr>
          <a:xfrm>
            <a:off x="4791869" y="2729503"/>
            <a:ext cx="3810000" cy="2308064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cIdd9d6999af4594f7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xmlns="" id="{60669A68-0BD9-0782-5495-312CB3F540CF}"/>
                  </a:ext>
                </a:extLst>
              </p14:cNvPr>
              <p14:cNvContentPartPr/>
              <p14:nvPr/>
            </p14:nvContentPartPr>
            <p14:xfrm>
              <a:off x="8022143" y="410086"/>
              <a:ext cx="651034" cy="98028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0669A68-0BD9-0782-5495-312CB3F540CF}"/>
                  </a:ext>
                </a:extLst>
              </p:cNvPr>
              <p:cNvPicPr/>
              <p:nvPr/>
            </p:nvPicPr>
            <p:blipFill>
              <a:blip r:embed="Re72e1ddd95f44dfa"/>
              <a:stretch>
                <a:fillRect/>
              </a:stretch>
            </p:blipFill>
            <p:spPr>
              <a:xfrm>
                <a:off x="7959128" y="347017"/>
                <a:ext cx="776704" cy="2238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cId3df249d01efb4ac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xmlns="" id="{ED75A4DE-F6F5-7935-BEC0-AAC53A83E296}"/>
                  </a:ext>
                </a:extLst>
              </p14:cNvPr>
              <p14:cNvContentPartPr/>
              <p14:nvPr/>
            </p14:nvContentPartPr>
            <p14:xfrm>
              <a:off x="8031400" y="540820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D75A4DE-F6F5-7935-BEC0-AAC53A83E296}"/>
                  </a:ext>
                </a:extLst>
              </p:cNvPr>
              <p:cNvPicPr/>
              <p:nvPr/>
            </p:nvPicPr>
            <p:blipFill>
              <a:blip r:embed="Rb6f0b4103303441a"/>
              <a:stretch>
                <a:fillRect/>
              </a:stretch>
            </p:blipFill>
            <p:spPr>
              <a:xfrm>
                <a:off x="7968400" y="47818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cIdd76acf74602e401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xmlns="" id="{A01018C0-6625-8395-7C64-11BB3DB9C617}"/>
                  </a:ext>
                </a:extLst>
              </p14:cNvPr>
              <p14:cNvContentPartPr/>
              <p14:nvPr/>
            </p14:nvContentPartPr>
            <p14:xfrm>
              <a:off x="8115280" y="553420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01018C0-6625-8395-7C64-11BB3DB9C617}"/>
                  </a:ext>
                </a:extLst>
              </p:cNvPr>
              <p:cNvPicPr/>
              <p:nvPr/>
            </p:nvPicPr>
            <p:blipFill>
              <a:blip r:embed="Rb6f0b4103303441a"/>
              <a:stretch>
                <a:fillRect/>
              </a:stretch>
            </p:blipFill>
            <p:spPr>
              <a:xfrm>
                <a:off x="8052280" y="49078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cId75f1eff400e640c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xmlns="" id="{3E77917C-FAED-B0D9-C4FE-568F72090C61}"/>
                  </a:ext>
                </a:extLst>
              </p14:cNvPr>
              <p14:cNvContentPartPr/>
              <p14:nvPr/>
            </p14:nvContentPartPr>
            <p14:xfrm>
              <a:off x="8021320" y="538300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3E77917C-FAED-B0D9-C4FE-568F72090C61}"/>
                  </a:ext>
                </a:extLst>
              </p:cNvPr>
              <p:cNvPicPr/>
              <p:nvPr/>
            </p:nvPicPr>
            <p:blipFill>
              <a:blip r:embed="Rb6f0b4103303441a"/>
              <a:stretch>
                <a:fillRect/>
              </a:stretch>
            </p:blipFill>
            <p:spPr>
              <a:xfrm>
                <a:off x="7958320" y="47530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cIdab2fd1bb3a834c1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xmlns="" id="{BB778B8C-7A19-903D-E58F-4FAE2ADB4867}"/>
                  </a:ext>
                </a:extLst>
              </p14:cNvPr>
              <p14:cNvContentPartPr/>
              <p14:nvPr/>
            </p14:nvContentPartPr>
            <p14:xfrm>
              <a:off x="8211760" y="533380"/>
              <a:ext cx="360" cy="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BB778B8C-7A19-903D-E58F-4FAE2ADB4867}"/>
                  </a:ext>
                </a:extLst>
              </p:cNvPr>
              <p:cNvPicPr/>
              <p:nvPr/>
            </p:nvPicPr>
            <p:blipFill>
              <a:blip r:embed="R2722f6f3fc194461"/>
              <a:stretch>
                <a:fillRect/>
              </a:stretch>
            </p:blipFill>
            <p:spPr>
              <a:xfrm>
                <a:off x="8202760" y="52438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cIdd283d55145954f9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xmlns="" id="{C3E55944-C28D-9B33-40DC-697D9F0BFBC5}"/>
                  </a:ext>
                </a:extLst>
              </p14:cNvPr>
              <p14:cNvContentPartPr/>
              <p14:nvPr/>
            </p14:nvContentPartPr>
            <p14:xfrm>
              <a:off x="8048445" y="568380"/>
              <a:ext cx="453600" cy="723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C3E55944-C28D-9B33-40DC-697D9F0BFBC5}"/>
                  </a:ext>
                </a:extLst>
              </p:cNvPr>
              <p:cNvPicPr/>
              <p:nvPr/>
            </p:nvPicPr>
            <p:blipFill>
              <a:blip r:embed="Rb96a813ab0cc431c"/>
              <a:stretch>
                <a:fillRect/>
              </a:stretch>
            </p:blipFill>
            <p:spPr>
              <a:xfrm>
                <a:off x="8039805" y="559740"/>
                <a:ext cx="47124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cId7121742261824fd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xmlns="" id="{9B090986-FBCE-5F04-3588-785ECB8AAC36}"/>
                  </a:ext>
                </a:extLst>
              </p14:cNvPr>
              <p14:cNvContentPartPr/>
              <p14:nvPr/>
            </p14:nvContentPartPr>
            <p14:xfrm>
              <a:off x="8201680" y="550900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B090986-FBCE-5F04-3588-785ECB8AAC36}"/>
                  </a:ext>
                </a:extLst>
              </p:cNvPr>
              <p:cNvPicPr/>
              <p:nvPr/>
            </p:nvPicPr>
            <p:blipFill>
              <a:blip r:embed="Rb6f0b4103303441a"/>
              <a:stretch>
                <a:fillRect/>
              </a:stretch>
            </p:blipFill>
            <p:spPr>
              <a:xfrm>
                <a:off x="8138680" y="48826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cId7def10a7dd424967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xmlns="" id="{D603D744-18E4-25F4-101C-9DA69D2FEE6B}"/>
                  </a:ext>
                </a:extLst>
              </p14:cNvPr>
              <p14:cNvContentPartPr/>
              <p14:nvPr/>
            </p14:nvContentPartPr>
            <p14:xfrm>
              <a:off x="8267560" y="550900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D603D744-18E4-25F4-101C-9DA69D2FEE6B}"/>
                  </a:ext>
                </a:extLst>
              </p:cNvPr>
              <p:cNvPicPr/>
              <p:nvPr/>
            </p:nvPicPr>
            <p:blipFill>
              <a:blip r:embed="Rb6f0b4103303441a"/>
              <a:stretch>
                <a:fillRect/>
              </a:stretch>
            </p:blipFill>
            <p:spPr>
              <a:xfrm>
                <a:off x="8204560" y="48826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cId8a7023d749eb4a4a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xmlns="" id="{4069D78D-B843-3003-C69D-6640E157E4CB}"/>
                  </a:ext>
                </a:extLst>
              </p14:cNvPr>
              <p14:cNvContentPartPr/>
              <p14:nvPr/>
            </p14:nvContentPartPr>
            <p14:xfrm>
              <a:off x="8404720" y="553420"/>
              <a:ext cx="360" cy="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069D78D-B843-3003-C69D-6640E157E4CB}"/>
                  </a:ext>
                </a:extLst>
              </p:cNvPr>
              <p:cNvPicPr/>
              <p:nvPr/>
            </p:nvPicPr>
            <p:blipFill>
              <a:blip r:embed="Rb6f0b4103303441a"/>
              <a:stretch>
                <a:fillRect/>
              </a:stretch>
            </p:blipFill>
            <p:spPr>
              <a:xfrm>
                <a:off x="8341720" y="49078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cIdba240f51455347af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xmlns="" id="{D3138EF2-4650-1690-4B5D-056EECA0C703}"/>
                  </a:ext>
                </a:extLst>
              </p14:cNvPr>
              <p14:cNvContentPartPr/>
              <p14:nvPr/>
            </p14:nvContentPartPr>
            <p14:xfrm>
              <a:off x="8046520" y="528220"/>
              <a:ext cx="36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D3138EF2-4650-1690-4B5D-056EECA0C703}"/>
                  </a:ext>
                </a:extLst>
              </p:cNvPr>
              <p:cNvPicPr/>
              <p:nvPr/>
            </p:nvPicPr>
            <p:blipFill>
              <a:blip r:embed="Rb6f0b4103303441a"/>
              <a:stretch>
                <a:fillRect/>
              </a:stretch>
            </p:blipFill>
            <p:spPr>
              <a:xfrm>
                <a:off x="7983880" y="46522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cId0b73279bd529427e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xmlns="" id="{687560D9-D08A-C52D-7813-2941B157CAFA}"/>
                  </a:ext>
                </a:extLst>
              </p14:cNvPr>
              <p14:cNvContentPartPr/>
              <p14:nvPr/>
            </p14:nvContentPartPr>
            <p14:xfrm>
              <a:off x="8046520" y="538300"/>
              <a:ext cx="360" cy="3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687560D9-D08A-C52D-7813-2941B157CAFA}"/>
                  </a:ext>
                </a:extLst>
              </p:cNvPr>
              <p:cNvPicPr/>
              <p:nvPr/>
            </p:nvPicPr>
            <p:blipFill>
              <a:blip r:embed="Rb6f0b4103303441a"/>
              <a:stretch>
                <a:fillRect/>
              </a:stretch>
            </p:blipFill>
            <p:spPr>
              <a:xfrm>
                <a:off x="7983880" y="47530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cId0074e13eb10f45a7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xmlns="" id="{7D553E4F-B56E-CC19-57A1-AA8C91A35A1A}"/>
                  </a:ext>
                </a:extLst>
              </p14:cNvPr>
              <p14:cNvContentPartPr/>
              <p14:nvPr/>
            </p14:nvContentPartPr>
            <p14:xfrm>
              <a:off x="8046520" y="558820"/>
              <a:ext cx="360" cy="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7D553E4F-B56E-CC19-57A1-AA8C91A35A1A}"/>
                  </a:ext>
                </a:extLst>
              </p:cNvPr>
              <p:cNvPicPr/>
              <p:nvPr/>
            </p:nvPicPr>
            <p:blipFill>
              <a:blip r:embed="Rb6f0b4103303441a"/>
              <a:stretch>
                <a:fillRect/>
              </a:stretch>
            </p:blipFill>
            <p:spPr>
              <a:xfrm>
                <a:off x="7983880" y="49582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cId8fdea3e9863446e7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xmlns="" id="{DF5B46FD-AADA-4829-1084-35CD7190BAE9}"/>
                  </a:ext>
                </a:extLst>
              </p14:cNvPr>
              <p14:cNvContentPartPr/>
              <p14:nvPr/>
            </p14:nvContentPartPr>
            <p14:xfrm>
              <a:off x="8406645" y="636060"/>
              <a:ext cx="360" cy="36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DF5B46FD-AADA-4829-1084-35CD7190BAE9}"/>
                  </a:ext>
                </a:extLst>
              </p:cNvPr>
              <p:cNvPicPr/>
              <p:nvPr/>
            </p:nvPicPr>
            <p:blipFill>
              <a:blip r:embed="R2722f6f3fc194461"/>
              <a:stretch>
                <a:fillRect/>
              </a:stretch>
            </p:blipFill>
            <p:spPr>
              <a:xfrm>
                <a:off x="8397645" y="627420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Group 97">
            <a:extLst>
              <a:ext uri="{FF2B5EF4-FFF2-40B4-BE49-F238E27FC236}">
                <a16:creationId xmlns:a16="http://schemas.microsoft.com/office/drawing/2014/main" xmlns="" id="{59DFDEA9-D184-BC92-B5A6-C2DB7FECFA52}"/>
              </a:ext>
            </a:extLst>
          </p:cNvPr>
          <p:cNvGrpSpPr/>
          <p:nvPr/>
        </p:nvGrpSpPr>
        <p:grpSpPr>
          <a:xfrm>
            <a:off x="8014245" y="626700"/>
            <a:ext cx="404280" cy="13680"/>
            <a:chOff x="8014245" y="626700"/>
            <a:chExt cx="404280" cy="1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cIdf78559d698cc42ce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xmlns="" id="{9A99C84D-B924-EE56-824D-A63E7EBF1D6B}"/>
                    </a:ext>
                  </a:extLst>
                </p14:cNvPr>
                <p14:cNvContentPartPr/>
                <p14:nvPr/>
              </p14:nvContentPartPr>
              <p14:xfrm>
                <a:off x="8170485" y="634260"/>
                <a:ext cx="360" cy="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A99C84D-B924-EE56-824D-A63E7EBF1D6B}"/>
                    </a:ext>
                  </a:extLst>
                </p:cNvPr>
                <p:cNvPicPr/>
                <p:nvPr/>
              </p:nvPicPr>
              <p:blipFill>
                <a:blip r:embed="R2722f6f3fc194461"/>
                <a:stretch>
                  <a:fillRect/>
                </a:stretch>
              </p:blipFill>
              <p:spPr>
                <a:xfrm>
                  <a:off x="8161485" y="6252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cId527d2a9c9c4545da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xmlns="" id="{CF475967-4212-AF98-63DF-6241228A0807}"/>
                    </a:ext>
                  </a:extLst>
                </p14:cNvPr>
                <p14:cNvContentPartPr/>
                <p14:nvPr/>
              </p14:nvContentPartPr>
              <p14:xfrm>
                <a:off x="8183805" y="634260"/>
                <a:ext cx="360" cy="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F475967-4212-AF98-63DF-6241228A0807}"/>
                    </a:ext>
                  </a:extLst>
                </p:cNvPr>
                <p:cNvPicPr/>
                <p:nvPr/>
              </p:nvPicPr>
              <p:blipFill>
                <a:blip r:embed="R2722f6f3fc194461"/>
                <a:stretch>
                  <a:fillRect/>
                </a:stretch>
              </p:blipFill>
              <p:spPr>
                <a:xfrm>
                  <a:off x="8174805" y="6252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cId60b31493fa0d429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xmlns="" id="{E68CC194-DE09-3C9C-DA1A-8A98433C9A83}"/>
                    </a:ext>
                  </a:extLst>
                </p14:cNvPr>
                <p14:cNvContentPartPr/>
                <p14:nvPr/>
              </p14:nvContentPartPr>
              <p14:xfrm>
                <a:off x="8202885" y="634260"/>
                <a:ext cx="360" cy="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68CC194-DE09-3C9C-DA1A-8A98433C9A83}"/>
                    </a:ext>
                  </a:extLst>
                </p:cNvPr>
                <p:cNvPicPr/>
                <p:nvPr/>
              </p:nvPicPr>
              <p:blipFill>
                <a:blip r:embed="R2722f6f3fc194461"/>
                <a:stretch>
                  <a:fillRect/>
                </a:stretch>
              </p:blipFill>
              <p:spPr>
                <a:xfrm>
                  <a:off x="8193885" y="6252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cIdc8f1d811cf114a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xmlns="" id="{FA27AE76-0E3D-41E3-387D-F4B18B6EC6AF}"/>
                    </a:ext>
                  </a:extLst>
                </p14:cNvPr>
                <p14:cNvContentPartPr/>
                <p14:nvPr/>
              </p14:nvContentPartPr>
              <p14:xfrm>
                <a:off x="8221965" y="634260"/>
                <a:ext cx="360" cy="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A27AE76-0E3D-41E3-387D-F4B18B6EC6AF}"/>
                    </a:ext>
                  </a:extLst>
                </p:cNvPr>
                <p:cNvPicPr/>
                <p:nvPr/>
              </p:nvPicPr>
              <p:blipFill>
                <a:blip r:embed="R2722f6f3fc194461"/>
                <a:stretch>
                  <a:fillRect/>
                </a:stretch>
              </p:blipFill>
              <p:spPr>
                <a:xfrm>
                  <a:off x="8212965" y="6252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cId398d17a90bba4be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xmlns="" id="{4D5BB844-0564-4E82-10AC-2959B6FBB8A4}"/>
                    </a:ext>
                  </a:extLst>
                </p14:cNvPr>
                <p14:cNvContentPartPr/>
                <p14:nvPr/>
              </p14:nvContentPartPr>
              <p14:xfrm>
                <a:off x="8231325" y="636060"/>
                <a:ext cx="360" cy="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D5BB844-0564-4E82-10AC-2959B6FBB8A4}"/>
                    </a:ext>
                  </a:extLst>
                </p:cNvPr>
                <p:cNvPicPr/>
                <p:nvPr/>
              </p:nvPicPr>
              <p:blipFill>
                <a:blip r:embed="R2722f6f3fc194461"/>
                <a:stretch>
                  <a:fillRect/>
                </a:stretch>
              </p:blipFill>
              <p:spPr>
                <a:xfrm>
                  <a:off x="8222685" y="6274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cId4aa6c2888f3646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xmlns="" id="{AB0D90FC-49AC-5CF3-B3B4-E6995AAA7919}"/>
                    </a:ext>
                  </a:extLst>
                </p14:cNvPr>
                <p14:cNvContentPartPr/>
                <p14:nvPr/>
              </p14:nvContentPartPr>
              <p14:xfrm>
                <a:off x="8244645" y="637860"/>
                <a:ext cx="360" cy="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B0D90FC-49AC-5CF3-B3B4-E6995AAA7919}"/>
                    </a:ext>
                  </a:extLst>
                </p:cNvPr>
                <p:cNvPicPr/>
                <p:nvPr/>
              </p:nvPicPr>
              <p:blipFill>
                <a:blip r:embed="R2722f6f3fc194461"/>
                <a:stretch>
                  <a:fillRect/>
                </a:stretch>
              </p:blipFill>
              <p:spPr>
                <a:xfrm>
                  <a:off x="8236005" y="6292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cId27eca53dd202431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xmlns="" id="{1299CAC0-EC6E-F0C3-0596-5B8E0167A3A0}"/>
                    </a:ext>
                  </a:extLst>
                </p14:cNvPr>
                <p14:cNvContentPartPr/>
                <p14:nvPr/>
              </p14:nvContentPartPr>
              <p14:xfrm>
                <a:off x="8267685" y="637860"/>
                <a:ext cx="360" cy="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299CAC0-EC6E-F0C3-0596-5B8E0167A3A0}"/>
                    </a:ext>
                  </a:extLst>
                </p:cNvPr>
                <p:cNvPicPr/>
                <p:nvPr/>
              </p:nvPicPr>
              <p:blipFill>
                <a:blip r:embed="R2722f6f3fc194461"/>
                <a:stretch>
                  <a:fillRect/>
                </a:stretch>
              </p:blipFill>
              <p:spPr>
                <a:xfrm>
                  <a:off x="8258685" y="6292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cId0ba1d088a5eb43a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xmlns="" id="{A645B076-3C76-06BF-815C-D04172D9F457}"/>
                    </a:ext>
                  </a:extLst>
                </p14:cNvPr>
                <p14:cNvContentPartPr/>
                <p14:nvPr/>
              </p14:nvContentPartPr>
              <p14:xfrm>
                <a:off x="8278845" y="637860"/>
                <a:ext cx="360" cy="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645B076-3C76-06BF-815C-D04172D9F457}"/>
                    </a:ext>
                  </a:extLst>
                </p:cNvPr>
                <p:cNvPicPr/>
                <p:nvPr/>
              </p:nvPicPr>
              <p:blipFill>
                <a:blip r:embed="R2722f6f3fc194461"/>
                <a:stretch>
                  <a:fillRect/>
                </a:stretch>
              </p:blipFill>
              <p:spPr>
                <a:xfrm>
                  <a:off x="8270205" y="6292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cId2655b50538014be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xmlns="" id="{1C041701-D7FE-E3AD-E9C8-64173361525A}"/>
                    </a:ext>
                  </a:extLst>
                </p14:cNvPr>
                <p14:cNvContentPartPr/>
                <p14:nvPr/>
              </p14:nvContentPartPr>
              <p14:xfrm>
                <a:off x="8288565" y="637860"/>
                <a:ext cx="360" cy="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C041701-D7FE-E3AD-E9C8-64173361525A}"/>
                    </a:ext>
                  </a:extLst>
                </p:cNvPr>
                <p:cNvPicPr/>
                <p:nvPr/>
              </p:nvPicPr>
              <p:blipFill>
                <a:blip r:embed="R2722f6f3fc194461"/>
                <a:stretch>
                  <a:fillRect/>
                </a:stretch>
              </p:blipFill>
              <p:spPr>
                <a:xfrm>
                  <a:off x="8279565" y="6292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cId8f9b9d8b6d51457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xmlns="" id="{A755E055-DE0B-A80D-29E3-7E6AA42EC685}"/>
                    </a:ext>
                  </a:extLst>
                </p14:cNvPr>
                <p14:cNvContentPartPr/>
                <p14:nvPr/>
              </p14:nvContentPartPr>
              <p14:xfrm>
                <a:off x="8241045" y="637860"/>
                <a:ext cx="360" cy="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755E055-DE0B-A80D-29E3-7E6AA42EC685}"/>
                    </a:ext>
                  </a:extLst>
                </p:cNvPr>
                <p:cNvPicPr/>
                <p:nvPr/>
              </p:nvPicPr>
              <p:blipFill>
                <a:blip r:embed="R2722f6f3fc194461"/>
                <a:stretch>
                  <a:fillRect/>
                </a:stretch>
              </p:blipFill>
              <p:spPr>
                <a:xfrm>
                  <a:off x="8232045" y="6292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cIdebff9058b4c44e7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xmlns="" id="{B88738BF-B4C0-E4E2-D6FC-868712E7255D}"/>
                    </a:ext>
                  </a:extLst>
                </p14:cNvPr>
                <p14:cNvContentPartPr/>
                <p14:nvPr/>
              </p14:nvContentPartPr>
              <p14:xfrm>
                <a:off x="8248605" y="637860"/>
                <a:ext cx="360" cy="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88738BF-B4C0-E4E2-D6FC-868712E7255D}"/>
                    </a:ext>
                  </a:extLst>
                </p:cNvPr>
                <p:cNvPicPr/>
                <p:nvPr/>
              </p:nvPicPr>
              <p:blipFill>
                <a:blip r:embed="R2722f6f3fc194461"/>
                <a:stretch>
                  <a:fillRect/>
                </a:stretch>
              </p:blipFill>
              <p:spPr>
                <a:xfrm>
                  <a:off x="8239605" y="6292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cId635387b4c1054f7f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xmlns="" id="{7F72D261-F180-A4E1-2441-4A9C0129DAE5}"/>
                    </a:ext>
                  </a:extLst>
                </p14:cNvPr>
                <p14:cNvContentPartPr/>
                <p14:nvPr/>
              </p14:nvContentPartPr>
              <p14:xfrm>
                <a:off x="8259765" y="637860"/>
                <a:ext cx="360" cy="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F72D261-F180-A4E1-2441-4A9C0129DAE5}"/>
                    </a:ext>
                  </a:extLst>
                </p:cNvPr>
                <p:cNvPicPr/>
                <p:nvPr/>
              </p:nvPicPr>
              <p:blipFill>
                <a:blip r:embed="R2722f6f3fc194461"/>
                <a:stretch>
                  <a:fillRect/>
                </a:stretch>
              </p:blipFill>
              <p:spPr>
                <a:xfrm>
                  <a:off x="8251125" y="6292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cIdb97699b76eb64d2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xmlns="" id="{43FE28B9-2E4C-500F-AB81-A78FF7E4431C}"/>
                    </a:ext>
                  </a:extLst>
                </p14:cNvPr>
                <p14:cNvContentPartPr/>
                <p14:nvPr/>
              </p14:nvContentPartPr>
              <p14:xfrm>
                <a:off x="8218005" y="632100"/>
                <a:ext cx="360" cy="3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3FE28B9-2E4C-500F-AB81-A78FF7E4431C}"/>
                    </a:ext>
                  </a:extLst>
                </p:cNvPr>
                <p:cNvPicPr/>
                <p:nvPr/>
              </p:nvPicPr>
              <p:blipFill>
                <a:blip r:embed="R2722f6f3fc194461"/>
                <a:stretch>
                  <a:fillRect/>
                </a:stretch>
              </p:blipFill>
              <p:spPr>
                <a:xfrm>
                  <a:off x="8209365" y="6234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cIdeac85fb57f674be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xmlns="" id="{0FCF6323-7817-F2BE-4391-99DB6AE40F7A}"/>
                    </a:ext>
                  </a:extLst>
                </p14:cNvPr>
                <p14:cNvContentPartPr/>
                <p14:nvPr/>
              </p14:nvContentPartPr>
              <p14:xfrm>
                <a:off x="8214045" y="637860"/>
                <a:ext cx="360" cy="3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FCF6323-7817-F2BE-4391-99DB6AE40F7A}"/>
                    </a:ext>
                  </a:extLst>
                </p:cNvPr>
                <p:cNvPicPr/>
                <p:nvPr/>
              </p:nvPicPr>
              <p:blipFill>
                <a:blip r:embed="R2722f6f3fc194461"/>
                <a:stretch>
                  <a:fillRect/>
                </a:stretch>
              </p:blipFill>
              <p:spPr>
                <a:xfrm>
                  <a:off x="8205405" y="6292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cId7c72c7db7d68461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xmlns="" id="{EB97A021-2ACD-3E0D-0D0F-71566EE8278A}"/>
                    </a:ext>
                  </a:extLst>
                </p14:cNvPr>
                <p14:cNvContentPartPr/>
                <p14:nvPr/>
              </p14:nvContentPartPr>
              <p14:xfrm>
                <a:off x="8200725" y="634260"/>
                <a:ext cx="360" cy="3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B97A021-2ACD-3E0D-0D0F-71566EE8278A}"/>
                    </a:ext>
                  </a:extLst>
                </p:cNvPr>
                <p:cNvPicPr/>
                <p:nvPr/>
              </p:nvPicPr>
              <p:blipFill>
                <a:blip r:embed="R2722f6f3fc194461"/>
                <a:stretch>
                  <a:fillRect/>
                </a:stretch>
              </p:blipFill>
              <p:spPr>
                <a:xfrm>
                  <a:off x="8192085" y="6252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cId24f96b9ef7c141cd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xmlns="" id="{49D26A8E-3CD0-8656-DA15-D1B8D0B74991}"/>
                    </a:ext>
                  </a:extLst>
                </p14:cNvPr>
                <p14:cNvContentPartPr/>
                <p14:nvPr/>
              </p14:nvContentPartPr>
              <p14:xfrm>
                <a:off x="8014245" y="636060"/>
                <a:ext cx="360" cy="3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9D26A8E-3CD0-8656-DA15-D1B8D0B74991}"/>
                    </a:ext>
                  </a:extLst>
                </p:cNvPr>
                <p:cNvPicPr/>
                <p:nvPr/>
              </p:nvPicPr>
              <p:blipFill>
                <a:blip r:embed="R2722f6f3fc194461"/>
                <a:stretch>
                  <a:fillRect/>
                </a:stretch>
              </p:blipFill>
              <p:spPr>
                <a:xfrm>
                  <a:off x="8005245" y="6274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cId8f4732ca07fe48a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xmlns="" id="{B1933DF2-90C2-08B4-BC0A-DE1806682858}"/>
                    </a:ext>
                  </a:extLst>
                </p14:cNvPr>
                <p14:cNvContentPartPr/>
                <p14:nvPr/>
              </p14:nvContentPartPr>
              <p14:xfrm>
                <a:off x="8031165" y="636060"/>
                <a:ext cx="360" cy="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1933DF2-90C2-08B4-BC0A-DE1806682858}"/>
                    </a:ext>
                  </a:extLst>
                </p:cNvPr>
                <p:cNvPicPr/>
                <p:nvPr/>
              </p:nvPicPr>
              <p:blipFill>
                <a:blip r:embed="R2722f6f3fc194461"/>
                <a:stretch>
                  <a:fillRect/>
                </a:stretch>
              </p:blipFill>
              <p:spPr>
                <a:xfrm>
                  <a:off x="8022525" y="6274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cIdf6a762cf5aa741c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xmlns="" id="{AB170D58-B646-77FE-A7F2-2696721171E3}"/>
                    </a:ext>
                  </a:extLst>
                </p14:cNvPr>
                <p14:cNvContentPartPr/>
                <p14:nvPr/>
              </p14:nvContentPartPr>
              <p14:xfrm>
                <a:off x="8082645" y="636060"/>
                <a:ext cx="360" cy="3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B170D58-B646-77FE-A7F2-2696721171E3}"/>
                    </a:ext>
                  </a:extLst>
                </p:cNvPr>
                <p:cNvPicPr/>
                <p:nvPr/>
              </p:nvPicPr>
              <p:blipFill>
                <a:blip r:embed="R2722f6f3fc194461"/>
                <a:stretch>
                  <a:fillRect/>
                </a:stretch>
              </p:blipFill>
              <p:spPr>
                <a:xfrm>
                  <a:off x="8074005" y="6274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cIdc376e096d03f4bc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xmlns="" id="{23600EFE-BFE5-3E97-9C59-F03E546AC9A6}"/>
                    </a:ext>
                  </a:extLst>
                </p14:cNvPr>
                <p14:cNvContentPartPr/>
                <p14:nvPr/>
              </p14:nvContentPartPr>
              <p14:xfrm>
                <a:off x="8090565" y="636060"/>
                <a:ext cx="360" cy="3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3600EFE-BFE5-3E97-9C59-F03E546AC9A6}"/>
                    </a:ext>
                  </a:extLst>
                </p:cNvPr>
                <p:cNvPicPr/>
                <p:nvPr/>
              </p:nvPicPr>
              <p:blipFill>
                <a:blip r:embed="R2722f6f3fc194461"/>
                <a:stretch>
                  <a:fillRect/>
                </a:stretch>
              </p:blipFill>
              <p:spPr>
                <a:xfrm>
                  <a:off x="8081565" y="6274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cId117cef55425243b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xmlns="" id="{3E45DB02-4D70-EA5B-1FC8-487478845A7C}"/>
                    </a:ext>
                  </a:extLst>
                </p14:cNvPr>
                <p14:cNvContentPartPr/>
                <p14:nvPr/>
              </p14:nvContentPartPr>
              <p14:xfrm>
                <a:off x="8111445" y="636060"/>
                <a:ext cx="360" cy="3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E45DB02-4D70-EA5B-1FC8-487478845A7C}"/>
                    </a:ext>
                  </a:extLst>
                </p:cNvPr>
                <p:cNvPicPr/>
                <p:nvPr/>
              </p:nvPicPr>
              <p:blipFill>
                <a:blip r:embed="R2722f6f3fc194461"/>
                <a:stretch>
                  <a:fillRect/>
                </a:stretch>
              </p:blipFill>
              <p:spPr>
                <a:xfrm>
                  <a:off x="8102445" y="6274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cId071df39c6294414d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xmlns="" id="{EF28A8EA-CF4E-3967-244F-79940012DA2E}"/>
                    </a:ext>
                  </a:extLst>
                </p14:cNvPr>
                <p14:cNvContentPartPr/>
                <p14:nvPr/>
              </p14:nvContentPartPr>
              <p14:xfrm>
                <a:off x="8126565" y="636060"/>
                <a:ext cx="360" cy="3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F28A8EA-CF4E-3967-244F-79940012DA2E}"/>
                    </a:ext>
                  </a:extLst>
                </p:cNvPr>
                <p:cNvPicPr/>
                <p:nvPr/>
              </p:nvPicPr>
              <p:blipFill>
                <a:blip r:embed="R2722f6f3fc194461"/>
                <a:stretch>
                  <a:fillRect/>
                </a:stretch>
              </p:blipFill>
              <p:spPr>
                <a:xfrm>
                  <a:off x="8117925" y="6274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cId593eaf64fce2437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xmlns="" id="{7AC1EF08-01BF-2691-2787-6B972E9E5C7B}"/>
                    </a:ext>
                  </a:extLst>
                </p14:cNvPr>
                <p14:cNvContentPartPr/>
                <p14:nvPr/>
              </p14:nvContentPartPr>
              <p14:xfrm>
                <a:off x="8139885" y="636060"/>
                <a:ext cx="360" cy="3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AC1EF08-01BF-2691-2787-6B972E9E5C7B}"/>
                    </a:ext>
                  </a:extLst>
                </p:cNvPr>
                <p:cNvPicPr/>
                <p:nvPr/>
              </p:nvPicPr>
              <p:blipFill>
                <a:blip r:embed="R2722f6f3fc194461"/>
                <a:stretch>
                  <a:fillRect/>
                </a:stretch>
              </p:blipFill>
              <p:spPr>
                <a:xfrm>
                  <a:off x="8131245" y="6274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cId9dc85b71448842d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xmlns="" id="{37479238-4A77-5DF9-3545-BEEF4879E6A9}"/>
                    </a:ext>
                  </a:extLst>
                </p14:cNvPr>
                <p14:cNvContentPartPr/>
                <p14:nvPr/>
              </p14:nvContentPartPr>
              <p14:xfrm>
                <a:off x="8090565" y="636060"/>
                <a:ext cx="360" cy="3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7479238-4A77-5DF9-3545-BEEF4879E6A9}"/>
                    </a:ext>
                  </a:extLst>
                </p:cNvPr>
                <p:cNvPicPr/>
                <p:nvPr/>
              </p:nvPicPr>
              <p:blipFill>
                <a:blip r:embed="R2722f6f3fc194461"/>
                <a:stretch>
                  <a:fillRect/>
                </a:stretch>
              </p:blipFill>
              <p:spPr>
                <a:xfrm>
                  <a:off x="8081565" y="6274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cId4df8bf49608e4e6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xmlns="" id="{DCF40EAE-111A-1B27-8289-E10622AC66D0}"/>
                    </a:ext>
                  </a:extLst>
                </p14:cNvPr>
                <p14:cNvContentPartPr/>
                <p14:nvPr/>
              </p14:nvContentPartPr>
              <p14:xfrm>
                <a:off x="8107485" y="637860"/>
                <a:ext cx="360" cy="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CF40EAE-111A-1B27-8289-E10622AC66D0}"/>
                    </a:ext>
                  </a:extLst>
                </p:cNvPr>
                <p:cNvPicPr/>
                <p:nvPr/>
              </p:nvPicPr>
              <p:blipFill>
                <a:blip r:embed="R2722f6f3fc194461"/>
                <a:stretch>
                  <a:fillRect/>
                </a:stretch>
              </p:blipFill>
              <p:spPr>
                <a:xfrm>
                  <a:off x="8098845" y="6292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cId42d0d3f27937412e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xmlns="" id="{54AF3411-E1D0-F7D1-7266-750EDAFE86E8}"/>
                    </a:ext>
                  </a:extLst>
                </p14:cNvPr>
                <p14:cNvContentPartPr/>
                <p14:nvPr/>
              </p14:nvContentPartPr>
              <p14:xfrm>
                <a:off x="8418165" y="640020"/>
                <a:ext cx="360" cy="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4AF3411-E1D0-F7D1-7266-750EDAFE86E8}"/>
                    </a:ext>
                  </a:extLst>
                </p:cNvPr>
                <p:cNvPicPr/>
                <p:nvPr/>
              </p:nvPicPr>
              <p:blipFill>
                <a:blip r:embed="R2722f6f3fc194461"/>
                <a:stretch>
                  <a:fillRect/>
                </a:stretch>
              </p:blipFill>
              <p:spPr>
                <a:xfrm>
                  <a:off x="8409165" y="6310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cIdbb12af6d50534bf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xmlns="" id="{A1E940A3-0C5B-A7C9-B9C3-B2C2AF4CB029}"/>
                    </a:ext>
                  </a:extLst>
                </p14:cNvPr>
                <p14:cNvContentPartPr/>
                <p14:nvPr/>
              </p14:nvContentPartPr>
              <p14:xfrm>
                <a:off x="8383605" y="626700"/>
                <a:ext cx="360" cy="3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1E940A3-0C5B-A7C9-B9C3-B2C2AF4CB029}"/>
                    </a:ext>
                  </a:extLst>
                </p:cNvPr>
                <p:cNvPicPr/>
                <p:nvPr/>
              </p:nvPicPr>
              <p:blipFill>
                <a:blip r:embed="R2722f6f3fc194461"/>
                <a:stretch>
                  <a:fillRect/>
                </a:stretch>
              </p:blipFill>
              <p:spPr>
                <a:xfrm>
                  <a:off x="8374965" y="6177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cIdc6189b0dae9b432c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xmlns="" id="{88013F30-D371-4BC1-7696-20397873524E}"/>
                    </a:ext>
                  </a:extLst>
                </p14:cNvPr>
                <p14:cNvContentPartPr/>
                <p14:nvPr/>
              </p14:nvContentPartPr>
              <p14:xfrm>
                <a:off x="8380005" y="637860"/>
                <a:ext cx="360" cy="3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8013F30-D371-4BC1-7696-20397873524E}"/>
                    </a:ext>
                  </a:extLst>
                </p:cNvPr>
                <p:cNvPicPr/>
                <p:nvPr/>
              </p:nvPicPr>
              <p:blipFill>
                <a:blip r:embed="R2722f6f3fc194461"/>
                <a:stretch>
                  <a:fillRect/>
                </a:stretch>
              </p:blipFill>
              <p:spPr>
                <a:xfrm>
                  <a:off x="8371005" y="6292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cIde5361d1a35814d7d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xmlns="" id="{8D7227E9-E1CC-1317-F19C-50398EC1FB1E}"/>
                    </a:ext>
                  </a:extLst>
                </p14:cNvPr>
                <p14:cNvContentPartPr/>
                <p14:nvPr/>
              </p14:nvContentPartPr>
              <p14:xfrm>
                <a:off x="8391525" y="634260"/>
                <a:ext cx="360" cy="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D7227E9-E1CC-1317-F19C-50398EC1FB1E}"/>
                    </a:ext>
                  </a:extLst>
                </p:cNvPr>
                <p:cNvPicPr/>
                <p:nvPr/>
              </p:nvPicPr>
              <p:blipFill>
                <a:blip r:embed="R2722f6f3fc194461"/>
                <a:stretch>
                  <a:fillRect/>
                </a:stretch>
              </p:blipFill>
              <p:spPr>
                <a:xfrm>
                  <a:off x="8382525" y="6252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cId86d920f24fbf4cc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xmlns="" id="{72837F5D-EC1D-D629-DCA8-FFDEBC6FE6B7}"/>
                    </a:ext>
                  </a:extLst>
                </p14:cNvPr>
                <p14:cNvContentPartPr/>
                <p14:nvPr/>
              </p14:nvContentPartPr>
              <p14:xfrm>
                <a:off x="8362725" y="640020"/>
                <a:ext cx="360" cy="3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2837F5D-EC1D-D629-DCA8-FFDEBC6FE6B7}"/>
                    </a:ext>
                  </a:extLst>
                </p:cNvPr>
                <p:cNvPicPr/>
                <p:nvPr/>
              </p:nvPicPr>
              <p:blipFill>
                <a:blip r:embed="R2722f6f3fc194461"/>
                <a:stretch>
                  <a:fillRect/>
                </a:stretch>
              </p:blipFill>
              <p:spPr>
                <a:xfrm>
                  <a:off x="8354085" y="6310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xmlns="" id="{3FD7AB9F-DA55-ABB2-C845-326474831358}"/>
              </a:ext>
            </a:extLst>
          </p:cNvPr>
          <p:cNvSpPr txBox="1"/>
          <p:nvPr/>
        </p:nvSpPr>
        <p:spPr>
          <a:xfrm>
            <a:off x="4300262" y="674522"/>
            <a:ext cx="333746" cy="1600438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IN" sz="1400" b="1" dirty="0"/>
              <a:t>C</a:t>
            </a:r>
          </a:p>
          <a:p>
            <a:r>
              <a:rPr lang="en-IN" sz="1400" b="1" dirty="0"/>
              <a:t>O</a:t>
            </a:r>
          </a:p>
          <a:p>
            <a:r>
              <a:rPr lang="en-IN" sz="1400" b="1" dirty="0"/>
              <a:t>M</a:t>
            </a:r>
          </a:p>
          <a:p>
            <a:r>
              <a:rPr lang="en-IN" sz="1400" b="1" dirty="0"/>
              <a:t>P</a:t>
            </a:r>
          </a:p>
          <a:p>
            <a:r>
              <a:rPr lang="en-IN" sz="1400" b="1" dirty="0"/>
              <a:t>L</a:t>
            </a:r>
          </a:p>
          <a:p>
            <a:r>
              <a:rPr lang="en-IN" sz="1400" b="1" dirty="0"/>
              <a:t>E</a:t>
            </a:r>
          </a:p>
          <a:p>
            <a:r>
              <a:rPr lang="en-IN" sz="1400" b="1" dirty="0"/>
              <a:t>X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xmlns="" id="{B4E116B0-9EBF-0BA0-B381-55DE05990DA3}"/>
              </a:ext>
            </a:extLst>
          </p:cNvPr>
          <p:cNvSpPr txBox="1"/>
          <p:nvPr/>
        </p:nvSpPr>
        <p:spPr>
          <a:xfrm>
            <a:off x="4300262" y="2571750"/>
            <a:ext cx="333746" cy="246221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IN" sz="1400" b="1" dirty="0"/>
              <a:t>N</a:t>
            </a:r>
          </a:p>
          <a:p>
            <a:r>
              <a:rPr lang="en-IN" sz="1400" b="1" dirty="0"/>
              <a:t>O</a:t>
            </a:r>
          </a:p>
          <a:p>
            <a:r>
              <a:rPr lang="en-IN" sz="1400" b="1" dirty="0"/>
              <a:t>N</a:t>
            </a:r>
          </a:p>
          <a:p>
            <a:r>
              <a:rPr lang="en-IN" sz="1400" b="1" dirty="0"/>
              <a:t>-</a:t>
            </a:r>
          </a:p>
          <a:p>
            <a:r>
              <a:rPr lang="en-IN" sz="1400" b="1" dirty="0"/>
              <a:t>C</a:t>
            </a:r>
          </a:p>
          <a:p>
            <a:r>
              <a:rPr lang="en-IN" sz="1400" b="1" dirty="0"/>
              <a:t>O</a:t>
            </a:r>
          </a:p>
          <a:p>
            <a:r>
              <a:rPr lang="en-IN" sz="1400" b="1" dirty="0"/>
              <a:t>M</a:t>
            </a:r>
          </a:p>
          <a:p>
            <a:r>
              <a:rPr lang="en-IN" sz="1400" b="1" dirty="0"/>
              <a:t>P</a:t>
            </a:r>
          </a:p>
          <a:p>
            <a:r>
              <a:rPr lang="en-IN" sz="1400" b="1" dirty="0"/>
              <a:t>L</a:t>
            </a:r>
          </a:p>
          <a:p>
            <a:r>
              <a:rPr lang="en-IN" sz="1400" b="1" dirty="0"/>
              <a:t>E</a:t>
            </a:r>
          </a:p>
          <a:p>
            <a:r>
              <a:rPr lang="en-IN" sz="1400" b="1" dirty="0"/>
              <a:t>X</a:t>
            </a:r>
          </a:p>
        </p:txBody>
      </p:sp>
      <p:pic>
        <p:nvPicPr>
          <p:cNvPr id="102" name="Picture 101">
            <a:extLst>
              <a:ext uri="{FF2B5EF4-FFF2-40B4-BE49-F238E27FC236}">
                <a16:creationId xmlns:a16="http://schemas.microsoft.com/office/drawing/2014/main" xmlns="" id="{16B83C54-6D0B-A48D-87CB-BCAC37BA4D13}"/>
              </a:ext>
            </a:extLst>
          </p:cNvPr>
          <p:cNvPicPr>
            <a:picLocks noChangeAspect="1"/>
          </p:cNvPicPr>
          <p:nvPr/>
        </p:nvPicPr>
        <p:blipFill>
          <a:blip r:embed="R8cfc2812203f4b7c"/>
          <a:stretch>
            <a:fillRect/>
          </a:stretch>
        </p:blipFill>
        <p:spPr>
          <a:xfrm>
            <a:off x="8305800" y="182895"/>
            <a:ext cx="557447" cy="3314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2CF37E5-F6B3-EDAF-263E-6CBEA1B42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079AEF83-11A7-4334-BDD8-1A15B3E155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7769" y="180185"/>
            <a:ext cx="758190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20" dirty="0"/>
              <a:t>Input Stimuli and Delay Comparison (Pre-layout)</a:t>
            </a:r>
            <a:endParaRPr spc="-2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2685F0B3-C105-2A94-4BE4-102E46E404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931880"/>
              </p:ext>
            </p:extLst>
          </p:nvPr>
        </p:nvGraphicFramePr>
        <p:xfrm>
          <a:off x="331749" y="1200150"/>
          <a:ext cx="8458200" cy="371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xmlns="" val="188583813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xmlns="" val="3202201367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xmlns="" val="207029943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xmlns="" val="209346382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xmlns="" val="169859295"/>
                    </a:ext>
                  </a:extLst>
                </a:gridCol>
              </a:tblGrid>
              <a:tr h="26982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Fall Contam.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Fall Propag.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Fall Contam.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Fall Propag.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93138485"/>
                  </a:ext>
                </a:extLst>
              </a:tr>
              <a:tr h="854439">
                <a:tc>
                  <a:txBody>
                    <a:bodyPr/>
                    <a:lstStyle/>
                    <a:p>
                      <a:pPr algn="ctr"/>
                      <a:endParaRPr lang="en-IN" sz="800" b="1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algn="ctr"/>
                      <a:r>
                        <a:rPr lang="en-IN" sz="2000" b="1" dirty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PVT</a:t>
                      </a:r>
                    </a:p>
                    <a:p>
                      <a:pPr algn="ctr"/>
                      <a:endParaRPr lang="en-IN" sz="800" b="1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algn="ctr"/>
                      <a:r>
                        <a:rPr lang="en-IN" sz="2000" b="1" dirty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Corners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Stimuli:-</a:t>
                      </a:r>
                    </a:p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  <a:sym typeface="Wingdings" panose="05000000000000000000" pitchFamily="2" charset="2"/>
                        </a:rPr>
                        <a:t>B,C,E,G: 1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A,D,F,CLK: 0 </a:t>
                      </a:r>
                      <a:r>
                        <a:rPr lang="en-IN" sz="1400" b="1" dirty="0">
                          <a:solidFill>
                            <a:schemeClr val="bg1"/>
                          </a:solidFill>
                          <a:sym typeface="Wingdings" panose="05000000000000000000" pitchFamily="2" charset="2"/>
                        </a:rPr>
                        <a:t> 1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Stimuli:- </a:t>
                      </a:r>
                    </a:p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  <a:sym typeface="Wingdings" panose="05000000000000000000" pitchFamily="2" charset="2"/>
                        </a:rPr>
                        <a:t>A,B: 1</a:t>
                      </a:r>
                    </a:p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  <a:sym typeface="Wingdings" panose="05000000000000000000" pitchFamily="2" charset="2"/>
                        </a:rPr>
                        <a:t>D,E,F,G: 0</a:t>
                      </a:r>
                    </a:p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  <a:sym typeface="Wingdings" panose="05000000000000000000" pitchFamily="2" charset="2"/>
                        </a:rPr>
                        <a:t>C, CLK: 0  1</a:t>
                      </a:r>
                      <a:endParaRPr lang="en-IN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Stimuli:- </a:t>
                      </a:r>
                    </a:p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B, C, E, G =1 (always)</a:t>
                      </a:r>
                    </a:p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Pre: A,D,F,CLK = 0</a:t>
                      </a:r>
                    </a:p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Post: A,D,F,CLK:0</a:t>
                      </a:r>
                      <a:r>
                        <a:rPr lang="en-IN" sz="1400" b="1" dirty="0">
                          <a:solidFill>
                            <a:schemeClr val="bg1"/>
                          </a:solidFill>
                          <a:sym typeface="Wingdings" panose="05000000000000000000" pitchFamily="2" charset="2"/>
                        </a:rPr>
                        <a:t>1</a:t>
                      </a:r>
                      <a:endParaRPr lang="en-IN" sz="1400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Stimuli:-</a:t>
                      </a:r>
                    </a:p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C, G = 0 (always)</a:t>
                      </a:r>
                    </a:p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Pre: A,B,D,E,F=1, CLK=0</a:t>
                      </a:r>
                    </a:p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Post: CLK = 0</a:t>
                      </a:r>
                      <a:r>
                        <a:rPr lang="en-IN" sz="1400" b="1" dirty="0">
                          <a:solidFill>
                            <a:schemeClr val="bg1"/>
                          </a:solidFill>
                          <a:sym typeface="Wingdings" panose="05000000000000000000" pitchFamily="2" charset="2"/>
                        </a:rPr>
                        <a:t>1</a:t>
                      </a:r>
                      <a:endParaRPr lang="en-IN" sz="1400" b="1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01933673"/>
                  </a:ext>
                </a:extLst>
              </a:tr>
              <a:tr h="269823">
                <a:tc>
                  <a:txBody>
                    <a:bodyPr/>
                    <a:lstStyle/>
                    <a:p>
                      <a:r>
                        <a:rPr lang="en-IN" b="1" dirty="0"/>
                        <a:t>SS, 1.08V, 125C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0.33020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0.37738 ns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0.41567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0.44009 ns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00140874"/>
                  </a:ext>
                </a:extLst>
              </a:tr>
              <a:tr h="269823">
                <a:tc>
                  <a:txBody>
                    <a:bodyPr/>
                    <a:lstStyle/>
                    <a:p>
                      <a:r>
                        <a:rPr lang="en-IN" b="1" dirty="0"/>
                        <a:t>SS, 1.08V, 25C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0.29925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0.34262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0.37935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0.40142 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66040463"/>
                  </a:ext>
                </a:extLst>
              </a:tr>
              <a:tr h="269823">
                <a:tc>
                  <a:txBody>
                    <a:bodyPr/>
                    <a:lstStyle/>
                    <a:p>
                      <a:r>
                        <a:rPr lang="en-IN" b="1" dirty="0"/>
                        <a:t>SS, 1.08V, -40C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0.27383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0.31044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0.34906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0.36928 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19964471"/>
                  </a:ext>
                </a:extLst>
              </a:tr>
              <a:tr h="269823">
                <a:tc>
                  <a:txBody>
                    <a:bodyPr/>
                    <a:lstStyle/>
                    <a:p>
                      <a:r>
                        <a:rPr lang="en-IN" b="1" dirty="0"/>
                        <a:t>TT, 1.20V, 25C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0.20358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0.22241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0.29352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0.30799 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02521059"/>
                  </a:ext>
                </a:extLst>
              </a:tr>
              <a:tr h="269823">
                <a:tc>
                  <a:txBody>
                    <a:bodyPr/>
                    <a:lstStyle/>
                    <a:p>
                      <a:r>
                        <a:rPr lang="en-IN" b="1" dirty="0"/>
                        <a:t>FF, 1.32V, 125C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0.16684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0.17670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0.24838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0.25903 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09584732"/>
                  </a:ext>
                </a:extLst>
              </a:tr>
              <a:tr h="269823">
                <a:tc>
                  <a:txBody>
                    <a:bodyPr/>
                    <a:lstStyle/>
                    <a:p>
                      <a:r>
                        <a:rPr lang="en-IN" b="1" dirty="0"/>
                        <a:t>FF, 1.32V, -40C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0.13749 ns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0.14587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0.20885 ns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0.21704 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5850025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B5DD7C23-5490-424C-FBED-B5CBD6D457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714145"/>
              </p:ext>
            </p:extLst>
          </p:nvPr>
        </p:nvGraphicFramePr>
        <p:xfrm>
          <a:off x="331749" y="829310"/>
          <a:ext cx="84582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7160">
                  <a:extLst>
                    <a:ext uri="{9D8B030D-6E8A-4147-A177-3AD203B41FA5}">
                      <a16:colId xmlns:a16="http://schemas.microsoft.com/office/drawing/2014/main" xmlns="" val="2299773369"/>
                    </a:ext>
                  </a:extLst>
                </a:gridCol>
                <a:gridCol w="3322040">
                  <a:extLst>
                    <a:ext uri="{9D8B030D-6E8A-4147-A177-3AD203B41FA5}">
                      <a16:colId xmlns:a16="http://schemas.microsoft.com/office/drawing/2014/main" xmlns="" val="2162859747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xmlns="" val="2137776818"/>
                    </a:ext>
                  </a:extLst>
                </a:gridCol>
              </a:tblGrid>
              <a:tr h="26982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ritannic Bold" panose="020B0903060703020204" pitchFamily="34" charset="0"/>
                        </a:rPr>
                        <a:t>COMPLEX 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ritannic Bold" panose="020B0903060703020204" pitchFamily="34" charset="0"/>
                        </a:rPr>
                        <a:t>NON - COMPLEX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32760071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cId662d03dc395d4b7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xmlns="" id="{1D5381D1-F745-C81C-9830-FD49AA41EDE1}"/>
                  </a:ext>
                </a:extLst>
              </p14:cNvPr>
              <p14:cNvContentPartPr/>
              <p14:nvPr/>
            </p14:nvContentPartPr>
            <p14:xfrm>
              <a:off x="8001000" y="417429"/>
              <a:ext cx="392400" cy="289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D5381D1-F745-C81C-9830-FD49AA41EDE1}"/>
                  </a:ext>
                </a:extLst>
              </p:cNvPr>
              <p:cNvPicPr/>
              <p:nvPr/>
            </p:nvPicPr>
            <p:blipFill>
              <a:blip r:embed="R7ccf5145311a49f3"/>
              <a:stretch>
                <a:fillRect/>
              </a:stretch>
            </p:blipFill>
            <p:spPr>
              <a:xfrm>
                <a:off x="7938360" y="354789"/>
                <a:ext cx="518040" cy="41508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2FD9B2D8-6CEE-8480-A15F-C22A851EC417}"/>
              </a:ext>
            </a:extLst>
          </p:cNvPr>
          <p:cNvPicPr>
            <a:picLocks noChangeAspect="1"/>
          </p:cNvPicPr>
          <p:nvPr/>
        </p:nvPicPr>
        <p:blipFill>
          <a:blip r:embed="R8bf1ffc71ead441d"/>
          <a:stretch>
            <a:fillRect/>
          </a:stretch>
        </p:blipFill>
        <p:spPr>
          <a:xfrm>
            <a:off x="8305800" y="182895"/>
            <a:ext cx="557447" cy="331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116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2371A6D-7632-7BB2-9C0E-81CCC6D10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C8C9C147-4F25-BCB4-443B-F8B68CC56A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2900" y="169401"/>
            <a:ext cx="773430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20" dirty="0"/>
              <a:t>Input Stimuli and Delay Comparison (Post-layout)</a:t>
            </a:r>
            <a:endParaRPr spc="-2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8FDDF4B8-6363-4C38-E4AF-E7E5CD28FC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0775418"/>
              </p:ext>
            </p:extLst>
          </p:nvPr>
        </p:nvGraphicFramePr>
        <p:xfrm>
          <a:off x="342900" y="1200150"/>
          <a:ext cx="8458200" cy="37186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xmlns="" val="188583813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xmlns="" val="3202201367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xmlns="" val="207029943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xmlns="" val="209346382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xmlns="" val="169859295"/>
                    </a:ext>
                  </a:extLst>
                </a:gridCol>
              </a:tblGrid>
              <a:tr h="36589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Fall Contam.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Fall Propag.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Fall Contam.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Fall Propag.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93138485"/>
                  </a:ext>
                </a:extLst>
              </a:tr>
              <a:tr h="628066">
                <a:tc>
                  <a:txBody>
                    <a:bodyPr/>
                    <a:lstStyle/>
                    <a:p>
                      <a:pPr algn="ctr"/>
                      <a:endParaRPr lang="en-IN" sz="800" b="1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algn="ctr"/>
                      <a:r>
                        <a:rPr lang="en-IN" sz="2000" b="1" dirty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PVT</a:t>
                      </a:r>
                    </a:p>
                    <a:p>
                      <a:pPr algn="ctr"/>
                      <a:endParaRPr lang="en-IN" sz="800" b="1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algn="ctr"/>
                      <a:r>
                        <a:rPr lang="en-IN" sz="2000" b="1" dirty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Corners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Stimuli:-</a:t>
                      </a:r>
                    </a:p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  <a:sym typeface="Wingdings" panose="05000000000000000000" pitchFamily="2" charset="2"/>
                        </a:rPr>
                        <a:t>B,C,E,G: 1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A,D,F,CLK: 0 </a:t>
                      </a:r>
                      <a:r>
                        <a:rPr lang="en-IN" sz="1400" b="1" dirty="0">
                          <a:solidFill>
                            <a:schemeClr val="bg1"/>
                          </a:solidFill>
                          <a:sym typeface="Wingdings" panose="05000000000000000000" pitchFamily="2" charset="2"/>
                        </a:rPr>
                        <a:t> 1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Stimuli:- </a:t>
                      </a:r>
                    </a:p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  <a:sym typeface="Wingdings" panose="05000000000000000000" pitchFamily="2" charset="2"/>
                        </a:rPr>
                        <a:t>A,B: 1</a:t>
                      </a:r>
                    </a:p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  <a:sym typeface="Wingdings" panose="05000000000000000000" pitchFamily="2" charset="2"/>
                        </a:rPr>
                        <a:t>D,E,F,G: 0</a:t>
                      </a:r>
                    </a:p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  <a:sym typeface="Wingdings" panose="05000000000000000000" pitchFamily="2" charset="2"/>
                        </a:rPr>
                        <a:t>C, CLK: 0  1</a:t>
                      </a:r>
                      <a:endParaRPr lang="en-IN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Stimuli:- </a:t>
                      </a:r>
                    </a:p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B, C, E, G =1 (always)</a:t>
                      </a:r>
                    </a:p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Pre: A,D,F,CLK = 0</a:t>
                      </a:r>
                    </a:p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Post: A,D,F,CLK:0</a:t>
                      </a:r>
                      <a:r>
                        <a:rPr lang="en-IN" sz="1400" b="1" dirty="0">
                          <a:solidFill>
                            <a:schemeClr val="bg1"/>
                          </a:solidFill>
                          <a:sym typeface="Wingdings" panose="05000000000000000000" pitchFamily="2" charset="2"/>
                        </a:rPr>
                        <a:t>1</a:t>
                      </a:r>
                      <a:endParaRPr lang="en-IN" sz="1400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Stimuli:-</a:t>
                      </a:r>
                    </a:p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C, G = 0 (always)</a:t>
                      </a:r>
                    </a:p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Pre: A,B,D,E,F=1, CLK=0</a:t>
                      </a:r>
                    </a:p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Post: CLK = 0</a:t>
                      </a:r>
                      <a:r>
                        <a:rPr lang="en-IN" sz="1400" b="1" dirty="0">
                          <a:solidFill>
                            <a:schemeClr val="bg1"/>
                          </a:solidFill>
                          <a:sym typeface="Wingdings" panose="05000000000000000000" pitchFamily="2" charset="2"/>
                        </a:rPr>
                        <a:t>1</a:t>
                      </a:r>
                      <a:endParaRPr lang="en-IN" sz="1400" b="1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01933673"/>
                  </a:ext>
                </a:extLst>
              </a:tr>
              <a:tr h="349232">
                <a:tc>
                  <a:txBody>
                    <a:bodyPr/>
                    <a:lstStyle/>
                    <a:p>
                      <a:r>
                        <a:rPr lang="en-IN" b="1" dirty="0"/>
                        <a:t>SS, 1.08V, 125C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0.34759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0.39534 ns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0.49449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0.54009 ns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00140874"/>
                  </a:ext>
                </a:extLst>
              </a:tr>
              <a:tr h="349232">
                <a:tc>
                  <a:txBody>
                    <a:bodyPr/>
                    <a:lstStyle/>
                    <a:p>
                      <a:r>
                        <a:rPr lang="en-IN" b="1" dirty="0"/>
                        <a:t>SS, 1.08V, 25C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0.31421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0.35862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0.45308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0.49460 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66040463"/>
                  </a:ext>
                </a:extLst>
              </a:tr>
              <a:tr h="349232">
                <a:tc>
                  <a:txBody>
                    <a:bodyPr/>
                    <a:lstStyle/>
                    <a:p>
                      <a:r>
                        <a:rPr lang="en-IN" b="1" dirty="0"/>
                        <a:t>SS, 1.08V, -40C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0.28572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0.32732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0.41662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0.45423 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19964471"/>
                  </a:ext>
                </a:extLst>
              </a:tr>
              <a:tr h="349232">
                <a:tc>
                  <a:txBody>
                    <a:bodyPr/>
                    <a:lstStyle/>
                    <a:p>
                      <a:r>
                        <a:rPr lang="en-IN" b="1" dirty="0"/>
                        <a:t>TT, 1.20V, 25C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0.21143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0.23304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0.32047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0.34148 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02521059"/>
                  </a:ext>
                </a:extLst>
              </a:tr>
              <a:tr h="349232">
                <a:tc>
                  <a:txBody>
                    <a:bodyPr/>
                    <a:lstStyle/>
                    <a:p>
                      <a:r>
                        <a:rPr lang="en-IN" b="1" dirty="0"/>
                        <a:t>FF, 1.32V, 125C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0.17170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0.18614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0.26464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0.27944 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09584732"/>
                  </a:ext>
                </a:extLst>
              </a:tr>
              <a:tr h="349232">
                <a:tc>
                  <a:txBody>
                    <a:bodyPr/>
                    <a:lstStyle/>
                    <a:p>
                      <a:r>
                        <a:rPr lang="en-IN" b="1" dirty="0"/>
                        <a:t>FF, 1.32V, -40C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0.14122 ns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0.15151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0.21570 ns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0.22537 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5850025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570D5D02-9CBD-060C-FEBB-3D00A32900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474012"/>
              </p:ext>
            </p:extLst>
          </p:nvPr>
        </p:nvGraphicFramePr>
        <p:xfrm>
          <a:off x="342900" y="829310"/>
          <a:ext cx="84582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7160">
                  <a:extLst>
                    <a:ext uri="{9D8B030D-6E8A-4147-A177-3AD203B41FA5}">
                      <a16:colId xmlns:a16="http://schemas.microsoft.com/office/drawing/2014/main" xmlns="" val="2299773369"/>
                    </a:ext>
                  </a:extLst>
                </a:gridCol>
                <a:gridCol w="3322040">
                  <a:extLst>
                    <a:ext uri="{9D8B030D-6E8A-4147-A177-3AD203B41FA5}">
                      <a16:colId xmlns:a16="http://schemas.microsoft.com/office/drawing/2014/main" xmlns="" val="2162859747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xmlns="" val="21377768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ritannic Bold" panose="020B0903060703020204" pitchFamily="34" charset="0"/>
                        </a:rPr>
                        <a:t>COMPLEX 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ritannic Bold" panose="020B0903060703020204" pitchFamily="34" charset="0"/>
                        </a:rPr>
                        <a:t>NON - COMPLEX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32760071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cIdb3a7773156174a09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xmlns="" id="{C0FA075E-77C3-5880-5C7E-148B642B9574}"/>
                  </a:ext>
                </a:extLst>
              </p14:cNvPr>
              <p14:cNvContentPartPr/>
              <p14:nvPr/>
            </p14:nvContentPartPr>
            <p14:xfrm>
              <a:off x="8076300" y="382980"/>
              <a:ext cx="403200" cy="320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0FA075E-77C3-5880-5C7E-148B642B9574}"/>
                  </a:ext>
                </a:extLst>
              </p:cNvPr>
              <p:cNvPicPr/>
              <p:nvPr/>
            </p:nvPicPr>
            <p:blipFill>
              <a:blip r:embed="R0065b3efa2d4481a"/>
              <a:stretch>
                <a:fillRect/>
              </a:stretch>
            </p:blipFill>
            <p:spPr>
              <a:xfrm>
                <a:off x="8013660" y="320340"/>
                <a:ext cx="528840" cy="4464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22A4E361-DB6F-538C-99AC-25A5798D4F6C}"/>
              </a:ext>
            </a:extLst>
          </p:cNvPr>
          <p:cNvPicPr>
            <a:picLocks noChangeAspect="1"/>
          </p:cNvPicPr>
          <p:nvPr/>
        </p:nvPicPr>
        <p:blipFill>
          <a:blip r:embed="Ra18db3813fcc4c14"/>
          <a:stretch>
            <a:fillRect/>
          </a:stretch>
        </p:blipFill>
        <p:spPr>
          <a:xfrm>
            <a:off x="8305800" y="182895"/>
            <a:ext cx="557447" cy="331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250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4436355-6440-3733-2786-1E87BA173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37B239E3-D63D-8942-8C1B-9C924873D2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2900" y="169401"/>
            <a:ext cx="773430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20" dirty="0"/>
              <a:t>Power Characterization - Complex (Worst)</a:t>
            </a:r>
            <a:endParaRPr spc="-2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59F9F7C1-33EB-C7FD-86CE-0885E1EED0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949556"/>
              </p:ext>
            </p:extLst>
          </p:nvPr>
        </p:nvGraphicFramePr>
        <p:xfrm>
          <a:off x="342900" y="1200150"/>
          <a:ext cx="84582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xmlns="" val="188583813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xmlns="" val="3202201367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xmlns="" val="207029943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xmlns="" val="209346382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xmlns="" val="169859295"/>
                    </a:ext>
                  </a:extLst>
                </a:gridCol>
              </a:tblGrid>
              <a:tr h="365890">
                <a:tc>
                  <a:txBody>
                    <a:bodyPr/>
                    <a:lstStyle/>
                    <a:p>
                      <a:r>
                        <a:rPr lang="en-IN" dirty="0"/>
                        <a:t>PVTs 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FF, 1.32V, 125C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FF, 1.32V, 125C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FF, 1.32V, 125C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FF, 1.32V, 125C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93138485"/>
                  </a:ext>
                </a:extLst>
              </a:tr>
              <a:tr h="39611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Diff. Stimuli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Leakage Curr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P_Static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Leakage Curr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P_Static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01933673"/>
                  </a:ext>
                </a:extLst>
              </a:tr>
              <a:tr h="349232">
                <a:tc>
                  <a:txBody>
                    <a:bodyPr/>
                    <a:lstStyle/>
                    <a:p>
                      <a:r>
                        <a:rPr lang="en-IN" b="1" dirty="0"/>
                        <a:t>0001000 (clk=1)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44.344 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58.534 nW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48.442 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63.943 nW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00140874"/>
                  </a:ext>
                </a:extLst>
              </a:tr>
              <a:tr h="349232">
                <a:tc>
                  <a:txBody>
                    <a:bodyPr/>
                    <a:lstStyle/>
                    <a:p>
                      <a:r>
                        <a:rPr lang="en-IN" b="1" dirty="0"/>
                        <a:t>1000000 (clk=1)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33.413 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44.106 nW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53.181 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70.199 nW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66040463"/>
                  </a:ext>
                </a:extLst>
              </a:tr>
              <a:tr h="349232">
                <a:tc>
                  <a:txBody>
                    <a:bodyPr/>
                    <a:lstStyle/>
                    <a:p>
                      <a:r>
                        <a:rPr lang="en-IN" b="1" dirty="0"/>
                        <a:t>1100000 (clk=1)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53.755 nA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70.957 nW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76.292 nA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100.71 nW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19964471"/>
                  </a:ext>
                </a:extLst>
              </a:tr>
              <a:tr h="349232">
                <a:tc>
                  <a:txBody>
                    <a:bodyPr/>
                    <a:lstStyle/>
                    <a:p>
                      <a:r>
                        <a:rPr lang="en-IN" b="1" dirty="0"/>
                        <a:t>0000010 (clk=1)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44.344 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58.534 nW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49.068 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64.770 nW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02521059"/>
                  </a:ext>
                </a:extLst>
              </a:tr>
              <a:tr h="349232">
                <a:tc>
                  <a:txBody>
                    <a:bodyPr/>
                    <a:lstStyle/>
                    <a:p>
                      <a:r>
                        <a:rPr lang="en-IN" b="1" dirty="0"/>
                        <a:t>0000001 (clk=1)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51.626 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68.147 nW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56.581 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74.687 nW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0958473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C519BFB1-7AE9-AB30-6D66-DD74EE3E25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29063"/>
              </p:ext>
            </p:extLst>
          </p:nvPr>
        </p:nvGraphicFramePr>
        <p:xfrm>
          <a:off x="342900" y="829310"/>
          <a:ext cx="84582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7160">
                  <a:extLst>
                    <a:ext uri="{9D8B030D-6E8A-4147-A177-3AD203B41FA5}">
                      <a16:colId xmlns:a16="http://schemas.microsoft.com/office/drawing/2014/main" xmlns="" val="2299773369"/>
                    </a:ext>
                  </a:extLst>
                </a:gridCol>
                <a:gridCol w="3322040">
                  <a:extLst>
                    <a:ext uri="{9D8B030D-6E8A-4147-A177-3AD203B41FA5}">
                      <a16:colId xmlns:a16="http://schemas.microsoft.com/office/drawing/2014/main" xmlns="" val="2162859747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xmlns="" val="21377768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ritannic Bold" panose="020B0903060703020204" pitchFamily="34" charset="0"/>
                        </a:rPr>
                        <a:t>PRE - LAYOUT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ritannic Bold" panose="020B0903060703020204" pitchFamily="34" charset="0"/>
                        </a:rPr>
                        <a:t>POST - LAYOUT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32760071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cIda4dffedd1bbb4a8f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xmlns="" id="{DB160150-0636-F7A9-2670-C8DD18606BC1}"/>
                  </a:ext>
                </a:extLst>
              </p14:cNvPr>
              <p14:cNvContentPartPr/>
              <p14:nvPr/>
            </p14:nvContentPartPr>
            <p14:xfrm>
              <a:off x="8076300" y="382980"/>
              <a:ext cx="403200" cy="320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B160150-0636-F7A9-2670-C8DD18606BC1}"/>
                  </a:ext>
                </a:extLst>
              </p:cNvPr>
              <p:cNvPicPr/>
              <p:nvPr/>
            </p:nvPicPr>
            <p:blipFill>
              <a:blip r:embed="Rc40f438bfe174621"/>
              <a:stretch>
                <a:fillRect/>
              </a:stretch>
            </p:blipFill>
            <p:spPr>
              <a:xfrm>
                <a:off x="8013300" y="319980"/>
                <a:ext cx="528840" cy="446400"/>
              </a:xfrm>
              <a:prstGeom prst="rect">
                <a:avLst/>
              </a:prstGeom>
            </p:spPr>
          </p:pic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xmlns="" id="{02788B98-FEB6-4517-F109-28151BEE0E33}"/>
              </a:ext>
            </a:extLst>
          </p:cNvPr>
          <p:cNvCxnSpPr>
            <a:cxnSpLocks/>
          </p:cNvCxnSpPr>
          <p:nvPr/>
        </p:nvCxnSpPr>
        <p:spPr>
          <a:xfrm>
            <a:off x="1066800" y="1352550"/>
            <a:ext cx="685800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xmlns="" id="{1EA3158A-3EAB-DB3B-CB79-288E05C874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585858"/>
              </p:ext>
            </p:extLst>
          </p:nvPr>
        </p:nvGraphicFramePr>
        <p:xfrm>
          <a:off x="342900" y="3963179"/>
          <a:ext cx="8458200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xmlns="" val="350186180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xmlns="" val="2574615570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xmlns="" val="27555704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Britannic Bold" panose="020B0903060703020204" pitchFamily="34" charset="0"/>
                        </a:rPr>
                        <a:t>COMPLEX</a:t>
                      </a:r>
                      <a:endParaRPr lang="en-IN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Britannic Bold" panose="020B0903060703020204" pitchFamily="34" charset="0"/>
                        </a:rPr>
                        <a:t>PRE - LAYOUT 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Britannic Bold" panose="020B0903060703020204" pitchFamily="34" charset="0"/>
                        </a:rPr>
                        <a:t>POST - LAYOUT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11670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Dynamic Power</a:t>
                      </a: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(at FF, 1.32V, -40C)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40.993 uW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45.013 uW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39321644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E5184BD8-0727-7529-8271-8A39DFD96A22}"/>
              </a:ext>
            </a:extLst>
          </p:cNvPr>
          <p:cNvPicPr>
            <a:picLocks noChangeAspect="1"/>
          </p:cNvPicPr>
          <p:nvPr/>
        </p:nvPicPr>
        <p:blipFill>
          <a:blip r:embed="Rdd90955c82604a39"/>
          <a:stretch>
            <a:fillRect/>
          </a:stretch>
        </p:blipFill>
        <p:spPr>
          <a:xfrm>
            <a:off x="8305800" y="182895"/>
            <a:ext cx="557447" cy="331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977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A9C0C6F-9FCB-A77D-779A-F30F143DA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DC654A80-C7BC-C2C3-24EF-4D29005644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2900" y="169401"/>
            <a:ext cx="773430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20" dirty="0"/>
              <a:t>Power Characterization – Non-Complex (Worst)</a:t>
            </a:r>
            <a:endParaRPr spc="-2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1E94EAD7-2224-ED49-F66C-EA094FAC3C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362189"/>
              </p:ext>
            </p:extLst>
          </p:nvPr>
        </p:nvGraphicFramePr>
        <p:xfrm>
          <a:off x="342900" y="1200150"/>
          <a:ext cx="84582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xmlns="" val="188583813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xmlns="" val="3202201367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xmlns="" val="207029943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xmlns="" val="209346382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xmlns="" val="169859295"/>
                    </a:ext>
                  </a:extLst>
                </a:gridCol>
              </a:tblGrid>
              <a:tr h="365890">
                <a:tc>
                  <a:txBody>
                    <a:bodyPr/>
                    <a:lstStyle/>
                    <a:p>
                      <a:r>
                        <a:rPr lang="en-IN" dirty="0"/>
                        <a:t>PVTs 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FF, 1.32V, 125C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FF, 1.32V, 125C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FF, 1.32V, 125C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FF, 1.32V, 125C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93138485"/>
                  </a:ext>
                </a:extLst>
              </a:tr>
              <a:tr h="39611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Diff. Stimuli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Leakage Curr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P_Static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Leakage Curr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P_Static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01933673"/>
                  </a:ext>
                </a:extLst>
              </a:tr>
              <a:tr h="349232">
                <a:tc>
                  <a:txBody>
                    <a:bodyPr/>
                    <a:lstStyle/>
                    <a:p>
                      <a:r>
                        <a:rPr lang="en-IN" b="1" dirty="0"/>
                        <a:t>0001000 (clk=1)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134.96 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178.15 nW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163.40 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215.68 nW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00140874"/>
                  </a:ext>
                </a:extLst>
              </a:tr>
              <a:tr h="349232">
                <a:tc>
                  <a:txBody>
                    <a:bodyPr/>
                    <a:lstStyle/>
                    <a:p>
                      <a:r>
                        <a:rPr lang="en-IN" b="1" dirty="0"/>
                        <a:t>1000000 (clk=1)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119.90 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158.27 nW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131.95 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174.17 nW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66040463"/>
                  </a:ext>
                </a:extLst>
              </a:tr>
              <a:tr h="349232">
                <a:tc>
                  <a:txBody>
                    <a:bodyPr/>
                    <a:lstStyle/>
                    <a:p>
                      <a:r>
                        <a:rPr lang="en-IN" b="1" dirty="0"/>
                        <a:t>1100000 (clk=1)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174.26 nA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230.02 nW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185.41 nA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244.75 nW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19964471"/>
                  </a:ext>
                </a:extLst>
              </a:tr>
              <a:tr h="349232">
                <a:tc>
                  <a:txBody>
                    <a:bodyPr/>
                    <a:lstStyle/>
                    <a:p>
                      <a:r>
                        <a:rPr lang="en-IN" b="1" dirty="0"/>
                        <a:t>0000010 (clk=1)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134.96 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178.15 nW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163.45 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215.76 nW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02521059"/>
                  </a:ext>
                </a:extLst>
              </a:tr>
              <a:tr h="349232">
                <a:tc>
                  <a:txBody>
                    <a:bodyPr/>
                    <a:lstStyle/>
                    <a:p>
                      <a:r>
                        <a:rPr lang="en-IN" b="1" dirty="0"/>
                        <a:t>0000001 (clk=1)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145.57 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192.15 nW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157.38 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207.74 nW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0958473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F5E476CB-29AE-DE34-FA41-35EFE567C8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1394"/>
              </p:ext>
            </p:extLst>
          </p:nvPr>
        </p:nvGraphicFramePr>
        <p:xfrm>
          <a:off x="342900" y="829310"/>
          <a:ext cx="84582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7160">
                  <a:extLst>
                    <a:ext uri="{9D8B030D-6E8A-4147-A177-3AD203B41FA5}">
                      <a16:colId xmlns:a16="http://schemas.microsoft.com/office/drawing/2014/main" xmlns="" val="2299773369"/>
                    </a:ext>
                  </a:extLst>
                </a:gridCol>
                <a:gridCol w="3322040">
                  <a:extLst>
                    <a:ext uri="{9D8B030D-6E8A-4147-A177-3AD203B41FA5}">
                      <a16:colId xmlns:a16="http://schemas.microsoft.com/office/drawing/2014/main" xmlns="" val="2162859747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xmlns="" val="21377768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ritannic Bold" panose="020B0903060703020204" pitchFamily="34" charset="0"/>
                        </a:rPr>
                        <a:t>PRE - LAYOUT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ritannic Bold" panose="020B0903060703020204" pitchFamily="34" charset="0"/>
                        </a:rPr>
                        <a:t>POST - LAYOUT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32760071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cId2070685fdeec4b91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xmlns="" id="{44CBEEC9-9103-3385-4692-0933EE501E49}"/>
                  </a:ext>
                </a:extLst>
              </p14:cNvPr>
              <p14:cNvContentPartPr/>
              <p14:nvPr/>
            </p14:nvContentPartPr>
            <p14:xfrm>
              <a:off x="8076300" y="382980"/>
              <a:ext cx="403200" cy="320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4CBEEC9-9103-3385-4692-0933EE501E49}"/>
                  </a:ext>
                </a:extLst>
              </p:cNvPr>
              <p:cNvPicPr/>
              <p:nvPr/>
            </p:nvPicPr>
            <p:blipFill>
              <a:blip r:embed="Re87145d637144706"/>
              <a:stretch>
                <a:fillRect/>
              </a:stretch>
            </p:blipFill>
            <p:spPr>
              <a:xfrm>
                <a:off x="8013300" y="319980"/>
                <a:ext cx="528840" cy="446400"/>
              </a:xfrm>
              <a:prstGeom prst="rect">
                <a:avLst/>
              </a:prstGeom>
            </p:spPr>
          </p:pic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xmlns="" id="{125049FC-DA26-ED60-F81D-0C9A176FEC61}"/>
              </a:ext>
            </a:extLst>
          </p:cNvPr>
          <p:cNvCxnSpPr>
            <a:cxnSpLocks/>
          </p:cNvCxnSpPr>
          <p:nvPr/>
        </p:nvCxnSpPr>
        <p:spPr>
          <a:xfrm>
            <a:off x="1066800" y="1352550"/>
            <a:ext cx="685800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xmlns="" id="{4463DD2C-46A4-FFA8-A471-FE40A5288C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693843"/>
              </p:ext>
            </p:extLst>
          </p:nvPr>
        </p:nvGraphicFramePr>
        <p:xfrm>
          <a:off x="342900" y="3963179"/>
          <a:ext cx="8458200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xmlns="" val="350186180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xmlns="" val="2574615570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xmlns="" val="27555704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Britannic Bold" panose="020B0903060703020204" pitchFamily="34" charset="0"/>
                        </a:rPr>
                        <a:t>NON - COMPLEX 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Britannic Bold" panose="020B0903060703020204" pitchFamily="34" charset="0"/>
                        </a:rPr>
                        <a:t>PRE - LAYOUT 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Britannic Bold" panose="020B0903060703020204" pitchFamily="34" charset="0"/>
                        </a:rPr>
                        <a:t>POST - LAYOUT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11670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Dynamic Power</a:t>
                      </a: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(at FF, 1.32V, -40C)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54.869 uW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65.488 uW</a:t>
                      </a:r>
                    </a:p>
                    <a:p>
                      <a:endParaRPr lang="en-IN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3932164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8D180B28-5C09-7A56-40CE-C610A83DBCDA}"/>
              </a:ext>
            </a:extLst>
          </p:cNvPr>
          <p:cNvPicPr>
            <a:picLocks noChangeAspect="1"/>
          </p:cNvPicPr>
          <p:nvPr/>
        </p:nvPicPr>
        <p:blipFill>
          <a:blip r:embed="R4ada89dadc6447e5"/>
          <a:stretch>
            <a:fillRect/>
          </a:stretch>
        </p:blipFill>
        <p:spPr>
          <a:xfrm>
            <a:off x="8305800" y="184267"/>
            <a:ext cx="557447" cy="331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8625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F8E63C7-DABB-99C3-2576-21CC281A8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8D77CF65-A654-AEAC-3D6F-F9CB9F3684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2900" y="169401"/>
            <a:ext cx="773430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20" dirty="0"/>
              <a:t>Monte Carlo Simulation Critical Values</a:t>
            </a:r>
            <a:endParaRPr spc="-2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90D7C356-6CB7-2A7D-DC43-749BCB7A42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96871"/>
              </p:ext>
            </p:extLst>
          </p:nvPr>
        </p:nvGraphicFramePr>
        <p:xfrm>
          <a:off x="342900" y="1200150"/>
          <a:ext cx="8458200" cy="2082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1300">
                  <a:extLst>
                    <a:ext uri="{9D8B030D-6E8A-4147-A177-3AD203B41FA5}">
                      <a16:colId xmlns:a16="http://schemas.microsoft.com/office/drawing/2014/main" xmlns="" val="188583813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xmlns="" val="3202201367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xmlns="" val="207029943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xmlns="" val="2093463823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xmlns="" val="169859295"/>
                    </a:ext>
                  </a:extLst>
                </a:gridCol>
              </a:tblGrid>
              <a:tr h="365890">
                <a:tc>
                  <a:txBody>
                    <a:bodyPr/>
                    <a:lstStyle/>
                    <a:p>
                      <a:r>
                        <a:rPr lang="en-IN" dirty="0"/>
                        <a:t>Parameters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Pre-Layout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Post-Layout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Pre-Layout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Post-Layout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93138485"/>
                  </a:ext>
                </a:extLst>
              </a:tr>
              <a:tr h="319910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P_Static3 (FF,1.32V,125C)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70.957 nW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100.58092 nW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244.55560 nW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253.43550 nW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01933673"/>
                  </a:ext>
                </a:extLst>
              </a:tr>
              <a:tr h="349232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LeakageCurr3 (FF,1.32V,125C)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53.755 nA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76.37332 nA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185.01895 nA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191.80143 nA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00140874"/>
                  </a:ext>
                </a:extLst>
              </a:tr>
              <a:tr h="349232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P_dynamic (FF,1.32V,-40C)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40.993 uW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44.99763 uW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53.29445 uW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63.48373 uW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66040463"/>
                  </a:ext>
                </a:extLst>
              </a:tr>
              <a:tr h="349232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Fall_Contam. (FF,1.32V,-40C)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0.13749 ns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0.14164 ns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0.15946 ns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0.22092 ns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19964471"/>
                  </a:ext>
                </a:extLst>
              </a:tr>
              <a:tr h="349232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Fall_Propag. (SS,1.08V,125C)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0.37738 ns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0.39544 ns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0.44175 ns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0.56036 ns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0252105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DF295253-71DC-E4F2-DA73-7D11042AC4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8314590"/>
              </p:ext>
            </p:extLst>
          </p:nvPr>
        </p:nvGraphicFramePr>
        <p:xfrm>
          <a:off x="342900" y="829310"/>
          <a:ext cx="84582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1300">
                  <a:extLst>
                    <a:ext uri="{9D8B030D-6E8A-4147-A177-3AD203B41FA5}">
                      <a16:colId xmlns:a16="http://schemas.microsoft.com/office/drawing/2014/main" xmlns="" val="2299773369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xmlns="" val="2162859747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xmlns="" val="21377768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ritannic Bold" panose="020B0903060703020204" pitchFamily="34" charset="0"/>
                        </a:rPr>
                        <a:t>COMPLEX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ritannic Bold" panose="020B0903060703020204" pitchFamily="34" charset="0"/>
                        </a:rPr>
                        <a:t>NON - COMPLEX</a:t>
                      </a: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32760071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cId091ef59e8a9d48ee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xmlns="" id="{FF18CD8A-F9C1-271B-8C59-3B2F2DFBB426}"/>
                  </a:ext>
                </a:extLst>
              </p14:cNvPr>
              <p14:cNvContentPartPr/>
              <p14:nvPr/>
            </p14:nvContentPartPr>
            <p14:xfrm>
              <a:off x="8076300" y="382980"/>
              <a:ext cx="403200" cy="320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F18CD8A-F9C1-271B-8C59-3B2F2DFBB426}"/>
                  </a:ext>
                </a:extLst>
              </p:cNvPr>
              <p:cNvPicPr/>
              <p:nvPr/>
            </p:nvPicPr>
            <p:blipFill>
              <a:blip r:embed="R1f56a79368c64c8d"/>
              <a:stretch>
                <a:fillRect/>
              </a:stretch>
            </p:blipFill>
            <p:spPr>
              <a:xfrm>
                <a:off x="8013300" y="319980"/>
                <a:ext cx="528840" cy="4464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B7F2425A-E1CB-6FF4-BA77-2D8939200D19}"/>
              </a:ext>
            </a:extLst>
          </p:cNvPr>
          <p:cNvSpPr txBox="1"/>
          <p:nvPr/>
        </p:nvSpPr>
        <p:spPr>
          <a:xfrm>
            <a:off x="342900" y="3714750"/>
            <a:ext cx="8458199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We have done this with 100 samples (N=100) per metric and per PVT.</a:t>
            </a:r>
          </a:p>
          <a:p>
            <a:endParaRPr lang="en-US" sz="1600" dirty="0"/>
          </a:p>
          <a:p>
            <a:r>
              <a:rPr lang="en-US" sz="1600" b="1" dirty="0"/>
              <a:t>Conclusion: </a:t>
            </a:r>
            <a:r>
              <a:rPr lang="en-US" sz="1600" dirty="0"/>
              <a:t>Monte Carlo across worst-case PVTs shows that Means are within ±5-10% of deterministic values for all five metrics, indicating low mismatch sensitivity.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A36B3CD-DC34-545C-8268-649E3F0646E4}"/>
              </a:ext>
            </a:extLst>
          </p:cNvPr>
          <p:cNvPicPr>
            <a:picLocks noChangeAspect="1"/>
          </p:cNvPicPr>
          <p:nvPr/>
        </p:nvPicPr>
        <p:blipFill>
          <a:blip r:embed="Rcadb5efbf0b6495f"/>
          <a:stretch>
            <a:fillRect/>
          </a:stretch>
        </p:blipFill>
        <p:spPr>
          <a:xfrm>
            <a:off x="8305800" y="182895"/>
            <a:ext cx="557447" cy="331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518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94DF5C4-090E-A214-ECD6-1C91AEDD7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6CCF23E0-D0FF-4E9C-45D1-62D5568C49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345304"/>
            <a:ext cx="28935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45" dirty="0"/>
              <a:t>Work Distribution</a:t>
            </a:r>
            <a:endParaRPr spc="-1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844488B-677C-38DA-9B90-F60D1F1E9EA0}"/>
              </a:ext>
            </a:extLst>
          </p:cNvPr>
          <p:cNvSpPr txBox="1"/>
          <p:nvPr/>
        </p:nvSpPr>
        <p:spPr>
          <a:xfrm>
            <a:off x="533400" y="971550"/>
            <a:ext cx="753122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/>
              <a:t>Complex:</a:t>
            </a:r>
          </a:p>
          <a:p>
            <a:endParaRPr lang="en-IN" sz="1600" b="1" dirty="0"/>
          </a:p>
          <a:p>
            <a:r>
              <a:rPr lang="en-IN" sz="1600" dirty="0"/>
              <a:t>  1. Arpit Raj – Layout, Schematic and its Sizing, Input Stimuli, PPT, Presentation</a:t>
            </a:r>
          </a:p>
          <a:p>
            <a:r>
              <a:rPr lang="en-IN" sz="1600" dirty="0"/>
              <a:t>  2. Yatin Singh – Power Characterisation, Eldo Simulations, Xcircuit</a:t>
            </a:r>
          </a:p>
          <a:p>
            <a:endParaRPr lang="en-IN" sz="1600" dirty="0"/>
          </a:p>
          <a:p>
            <a:r>
              <a:rPr lang="en-IN" sz="1600" b="1" dirty="0"/>
              <a:t>Non-Complex:</a:t>
            </a:r>
          </a:p>
          <a:p>
            <a:endParaRPr lang="en-IN" sz="1600" b="1" dirty="0"/>
          </a:p>
          <a:p>
            <a:r>
              <a:rPr lang="en-IN" sz="1600" dirty="0"/>
              <a:t>  3. Rithu Sagar – Layout, Schematic and its Sizing, Presentation</a:t>
            </a:r>
          </a:p>
          <a:p>
            <a:r>
              <a:rPr lang="en-IN" sz="1600" dirty="0"/>
              <a:t>  4. Neeti Mishra – Power Characterisation, Xcircuit, Eldo Simulations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7AB181EF-5C79-FAB1-3493-1CAC27FFEB86}"/>
              </a:ext>
            </a:extLst>
          </p:cNvPr>
          <p:cNvSpPr txBox="1"/>
          <p:nvPr/>
        </p:nvSpPr>
        <p:spPr>
          <a:xfrm>
            <a:off x="2327792" y="3867150"/>
            <a:ext cx="4488415" cy="769441"/>
          </a:xfrm>
          <a:prstGeom prst="rect">
            <a:avLst/>
          </a:prstGeom>
          <a:noFill/>
          <a:effectLst>
            <a:outerShdw blurRad="25400" dist="50800" dir="5400000" algn="ctr" rotWithShape="0">
              <a:srgbClr val="000000">
                <a:alpha val="19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Eras Bold ITC" panose="020B0907030504020204" pitchFamily="34" charset="0"/>
              </a:rPr>
              <a:t>THANK YOU !!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EB8F5DAE-40BB-6495-98FA-7F3F092649A9}"/>
              </a:ext>
            </a:extLst>
          </p:cNvPr>
          <p:cNvPicPr>
            <a:picLocks noChangeAspect="1"/>
          </p:cNvPicPr>
          <p:nvPr/>
        </p:nvPicPr>
        <p:blipFill>
          <a:blip r:embed="Rc1b3acc9fea242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235182"/>
            <a:ext cx="1162212" cy="5811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B62B762A-1F72-D97D-1345-C78FF30889CF}"/>
              </a:ext>
            </a:extLst>
          </p:cNvPr>
          <p:cNvPicPr>
            <a:picLocks noChangeAspect="1"/>
          </p:cNvPicPr>
          <p:nvPr/>
        </p:nvPicPr>
        <p:blipFill>
          <a:blip r:embed="R76ed87fd4fbe4247"/>
          <a:stretch>
            <a:fillRect/>
          </a:stretch>
        </p:blipFill>
        <p:spPr>
          <a:xfrm>
            <a:off x="8305800" y="182895"/>
            <a:ext cx="557447" cy="331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715528"/>
      </p:ext>
    </p:extLst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1869</TotalTime>
  <Words>365</Words>
  <Application>Microsoft Office PowerPoint</Application>
  <PresentationFormat>On-screen Show (16:9)</PresentationFormat>
  <Paragraphs>84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Arial</vt:lpstr>
      <vt:lpstr>Arial Black</vt:lpstr>
      <vt:lpstr>Arial MT</vt:lpstr>
      <vt:lpstr>Britannic Bold</vt:lpstr>
      <vt:lpstr>Calibri</vt:lpstr>
      <vt:lpstr>Eras Bold ITC</vt:lpstr>
      <vt:lpstr>Sitka Heading Semibold</vt:lpstr>
      <vt:lpstr>Times New Roman</vt:lpstr>
      <vt:lpstr>Trebuchet MS</vt:lpstr>
      <vt:lpstr>Wingdings</vt:lpstr>
      <vt:lpstr>Office Theme</vt:lpstr>
      <vt:lpstr>PowerPoint Presentation</vt:lpstr>
      <vt:lpstr>Schematic + Sizing</vt:lpstr>
      <vt:lpstr>Waveforms – both Complex and Non-complex</vt:lpstr>
      <vt:lpstr>Input Stimuli and Delay Comparison</vt:lpstr>
      <vt:lpstr>Stick Diagram – For Complex Gate</vt:lpstr>
      <vt:lpstr>Work Distribution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PowerPoint Presentation</dc:title>
  <dc:creator>Neeti Mishra</dc:creator>
  <lastModifiedBy>Arpit Raj</lastModifiedBy>
  <revision>7</revision>
  <dcterms:created xsi:type="dcterms:W3CDTF">2025-10-10T11:26:06.0000000Z</dcterms:created>
  <dcterms:modified xsi:type="dcterms:W3CDTF">2026-06-08T17:39:41.2350000Z</dcterms:modified>
</coreProperties>
</file>

<file path=docProps/custom.xml><?xml version="1.0" encoding="utf-8"?>
<Properties xmlns="http://schemas.openxmlformats.org/officeDocument/2006/custom-properties" xmlns:vt="http://schemas.openxmlformats.org/officeDocument/2006/docPropsVTypes"/>
</file>